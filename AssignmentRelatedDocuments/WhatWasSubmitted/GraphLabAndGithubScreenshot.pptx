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9591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6" r:id="rId10"/>
    <p:sldId id="267" r:id="rId11"/>
    <p:sldId id="265" r:id="rId12"/>
    <p:sldId id="268" r:id="rId13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94660"/>
  </p:normalViewPr>
  <p:slideViewPr>
    <p:cSldViewPr>
      <p:cViewPr varScale="1">
        <p:scale>
          <a:sx n="83" d="100"/>
          <a:sy n="83" d="100"/>
        </p:scale>
        <p:origin x="224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3:50:38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24575,'0'3060'0,"-2"-3031"0,-7 47 0,4-47 0,-2 44 0,8 119-1365,-1-173-5461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3:50:55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24575,'0'3060'0,"-2"-3031"0,-7 47 0,4-47 0,-2 44 0,8 119-1365,-1-173-5461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21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1418 24575,'35'1'0,"0"-2"0,0-2 0,-1-1 0,1-2 0,-1-1 0,53-19 0,-35 7 0,-30 12 0,1 0 0,-1-2 0,-1-1 0,1-1 0,-2-1 0,30-21 0,-37 22 0,13-13 0,2 2 0,56-36 0,36-14 0,66-34 0,-138 80 0,60-41 0,-71 42 0,1 1 0,76-34 0,-76 40 0,-1-1 0,-1-2 0,51-38 0,-52 35 0,56-30 0,-68 42 0,-1 0 0,-1-1 0,0-1 0,35-32 0,-42 31 0,2 1 0,0 0 0,0 1 0,22-13 0,0 0 0,-2-1 0,-1-2 0,-1-1 0,30-37 0,-22 25 0,-5 8-168,2 3-1,80-52 1,-87 63-692,-21 12-5966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35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24575,'0'3060'0,"-2"-3031"0,-7 47 0,4-47 0,-2 44 0,8 119-1365,-1-173-5461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35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1418 24575,'35'1'0,"0"-2"0,0-2 0,-1-1 0,1-2 0,-1-1 0,53-19 0,-35 7 0,-30 12 0,1 0 0,-1-2 0,-1-1 0,1-1 0,-2-1 0,30-21 0,-37 22 0,13-13 0,2 2 0,56-36 0,36-14 0,66-34 0,-138 80 0,60-41 0,-71 42 0,1 1 0,76-34 0,-76 40 0,-1-1 0,-1-2 0,51-38 0,-52 35 0,56-30 0,-68 42 0,-1 0 0,-1-1 0,0-1 0,35-32 0,-42 31 0,2 1 0,0 0 0,0 1 0,22-13 0,0 0 0,-2-1 0,-1-2 0,-1-1 0,30-37 0,-22 25 0,-5 8-168,2 3-1,80-52 1,-87 63-692,-21 12-5966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49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1485 24575,'9'-9'0,"1"1"0,0 1 0,20-11 0,2-2 0,38-26 0,-32 22 0,-1-1 0,44-40 0,22-24 0,117-77 0,-22 20 0,-81 56 0,248-143 0,-323 211 0,-6 3 0,56-38 0,-72 44 0,0 0 0,1 2 0,35-15 0,-40 19 0,95-52 0,-77 44 0,-20 10 0,1-1 0,-1-1 0,-1-1 0,1 0 0,23-19 0,-34 24-5,0 0-1,-1 0 0,1 0 0,-1 0 1,0-1-1,0 0 0,0 1 1,-1-1-1,1 0 0,-1 0 1,0 1-1,2-9 0,-2-1 73,0 1 0,-2-24 0,2-21-298,-1 53 126,1 0 0,0 0 0,0 0-1,0 0 1,1 0 0,-1 0 0,1 0 0,0 0 0,0 1 0,0-1 0,4-4 0,7-5-6721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51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 0 24575,'-3'0'0,"-5"4"0,-6 0 0,-2 1 0,0 2 0,0 0 0,2 3 0,1 0 0,-2-2 0,-2-3 0,-2-1 0,0-3 0,2 4 0,0-1 0,0 0 0,-1 0 0,3-2-8191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52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 24575,'6'-7'0,"1"-1"0,1 0 0,1 0 0,10-7 0,-15 12 0,0 0 0,1 1 0,-1 0 0,1 0 0,0 0 0,0 1 0,0 0 0,0-1 0,9 1 0,54-2 0,-39 2 0,29-4 0,-48 4 0,0 0 0,20 1 0,-29 0 0,1 0 0,0 0 0,-1 1 0,1-1 0,0 0 0,-1 1 0,1-1 0,-1 1 0,1 0 0,-1-1 0,1 1 0,1 1 0,-3-1 0,1-1 0,-1 1 0,0-1 0,1 1 0,-1 0 0,0-1 0,0 1 0,1-1 0,-1 1 0,0 0 0,0-1 0,0 1 0,0 0 0,0-1 0,0 1 0,0-1 0,0 1 0,0 0 0,0-1 0,0 1 0,0 0 0,0-1 0,0 1 0,-1 0 0,1-1 0,0 1 0,-1-1 0,1 1 0,0-1 0,-1 1 0,0 0 0,-2 2 0,0 0 0,0 0 0,-1 0 0,1-1 0,-1 1 0,0-1 0,1 0 0,-1 0 0,0-1 0,0 1 0,-1-1 0,1 0 0,-6 1 0,-16 6 0,-72 31-1365,80-32-5461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59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24575,'0'3060'0,"-2"-3031"0,-7 47 0,4-47 0,-2 44 0,8 119-1365,-1-173-5461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59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1418 24575,'35'1'0,"0"-2"0,0-2 0,-1-1 0,1-2 0,-1-1 0,53-19 0,-35 7 0,-30 12 0,1 0 0,-1-2 0,-1-1 0,1-1 0,-2-1 0,30-21 0,-37 22 0,13-13 0,2 2 0,56-36 0,36-14 0,66-34 0,-138 80 0,60-41 0,-71 42 0,1 1 0,76-34 0,-76 40 0,-1-1 0,-1-2 0,51-38 0,-52 35 0,56-30 0,-68 42 0,-1 0 0,-1-1 0,0-1 0,35-32 0,-42 31 0,2 1 0,0 0 0,0 1 0,22-13 0,0 0 0,-2-1 0,-1-2 0,-1-1 0,30-37 0,-22 25 0,-5 8-168,2 3-1,80-52 1,-87 63-692,-21 12-5966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59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1485 24575,'9'-9'0,"1"1"0,0 1 0,20-11 0,2-2 0,38-26 0,-32 22 0,-1-1 0,44-40 0,22-24 0,117-77 0,-22 20 0,-81 56 0,248-143 0,-323 211 0,-6 3 0,56-38 0,-72 44 0,0 0 0,1 2 0,35-15 0,-40 19 0,95-52 0,-77 44 0,-20 10 0,1-1 0,-1-1 0,-1-1 0,1 0 0,23-19 0,-34 24-5,0 0-1,-1 0 0,1 0 0,-1 0 1,0-1-1,0 0 0,0 1 1,-1-1-1,1 0 0,-1 0 1,0 1-1,2-9 0,-2-1 73,0 1 0,-2-24 0,2-21-298,-1 53 126,1 0 0,0 0 0,0 0-1,0 0 1,1 0 0,-1 0 0,1 0 0,0 0 0,0 1 0,0-1 0,4-4 0,7-5-6721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59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 0 24575,'-3'0'0,"-5"4"0,-6 0 0,-2 1 0,0 2 0,0 0 0,2 3 0,1 0 0,-2-2 0,-2-3 0,-2-1 0,0-3 0,2 4 0,0-1 0,0 0 0,-1 0 0,3-2-8191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2:59.9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 24575,'6'-7'0,"1"-1"0,1 0 0,1 0 0,10-7 0,-15 12 0,0 0 0,1 1 0,-1 0 0,1 0 0,0 0 0,0 1 0,0 0 0,0-1 0,9 1 0,54-2 0,-39 2 0,29-4 0,-48 4 0,0 0 0,20 1 0,-29 0 0,1 0 0,0 0 0,-1 1 0,1-1 0,0 0 0,-1 1 0,1-1 0,-1 1 0,1 0 0,-1-1 0,1 1 0,1 1 0,-3-1 0,1-1 0,-1 1 0,0-1 0,1 1 0,-1 0 0,0-1 0,0 1 0,1-1 0,-1 1 0,0 0 0,0-1 0,0 1 0,0 0 0,0-1 0,0 1 0,0-1 0,0 1 0,0 0 0,0-1 0,0 1 0,0 0 0,0-1 0,0 1 0,-1 0 0,1-1 0,0 1 0,-1-1 0,1 1 0,0-1 0,-1 1 0,0 0 0,-2 2 0,0 0 0,0 0 0,-1 0 0,1-1 0,-1 1 0,0-1 0,1 0 0,-1 0 0,0-1 0,0 1 0,-1-1 0,1 0 0,-6 1 0,-16 6 0,-72 31-1365,80-32-5461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3:56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24575,'-2'3'0,"0"0"0,0 0 0,0 1 0,0-1 0,0 1 0,1-1 0,-1 1 0,1 0 0,0 0 0,0 0 0,0 7 0,-1 49 0,2-43 0,0 893 96,1-409-1557,-1-483-5365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4:09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24575,'0'3060'0,"-2"-3031"0,-7 47 0,4-47 0,-2 44 0,8 119-1365,-1-173-5461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4:09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1418 24575,'35'1'0,"0"-2"0,0-2 0,-1-1 0,1-2 0,-1-1 0,53-19 0,-35 7 0,-30 12 0,1 0 0,-1-2 0,-1-1 0,1-1 0,-2-1 0,30-21 0,-37 22 0,13-13 0,2 2 0,56-36 0,36-14 0,66-34 0,-138 80 0,60-41 0,-71 42 0,1 1 0,76-34 0,-76 40 0,-1-1 0,-1-2 0,51-38 0,-52 35 0,56-30 0,-68 42 0,-1 0 0,-1-1 0,0-1 0,35-32 0,-42 31 0,2 1 0,0 0 0,0 1 0,22-13 0,0 0 0,-2-1 0,-1-2 0,-1-1 0,30-37 0,-22 25 0,-5 8-168,2 3-1,80-52 1,-87 63-692,-21 12-5966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4:09.0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1485 24575,'9'-9'0,"1"1"0,0 1 0,20-11 0,2-2 0,38-26 0,-32 22 0,-1-1 0,44-40 0,22-24 0,117-77 0,-22 20 0,-81 56 0,248-143 0,-323 211 0,-6 3 0,56-38 0,-72 44 0,0 0 0,1 2 0,35-15 0,-40 19 0,95-52 0,-77 44 0,-20 10 0,1-1 0,-1-1 0,-1-1 0,1 0 0,23-19 0,-34 24-5,0 0-1,-1 0 0,1 0 0,-1 0 1,0-1-1,0 0 0,0 1 1,-1-1-1,1 0 0,-1 0 1,0 1-1,2-9 0,-2-1 73,0 1 0,-2-24 0,2-21-298,-1 53 126,1 0 0,0 0 0,0 0-1,0 0 1,1 0 0,-1 0 0,1 0 0,0 0 0,0 1 0,0-1 0,4-4 0,7-5-6721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4:09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 0 24575,'-3'0'0,"-5"4"0,-6 0 0,-2 1 0,0 2 0,0 0 0,2 3 0,1 0 0,-2-2 0,-2-3 0,-2-1 0,0-3 0,2 4 0,0-1 0,0 0 0,-1 0 0,3-2-8191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4:09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 24575,'6'-7'0,"1"-1"0,1 0 0,1 0 0,10-7 0,-15 12 0,0 0 0,1 1 0,-1 0 0,1 0 0,0 0 0,0 1 0,0 0 0,0-1 0,9 1 0,54-2 0,-39 2 0,29-4 0,-48 4 0,0 0 0,20 1 0,-29 0 0,1 0 0,0 0 0,-1 1 0,1-1 0,0 0 0,-1 1 0,1-1 0,-1 1 0,1 0 0,-1-1 0,1 1 0,1 1 0,-3-1 0,1-1 0,-1 1 0,0-1 0,1 1 0,-1 0 0,0-1 0,0 1 0,1-1 0,-1 1 0,0 0 0,0-1 0,0 1 0,0 0 0,0-1 0,0 1 0,0-1 0,0 1 0,0 0 0,0-1 0,0 1 0,0 0 0,0-1 0,0 1 0,-1 0 0,1-1 0,0 1 0,-1-1 0,1 1 0,0-1 0,-1 1 0,0 0 0,-2 2 0,0 0 0,0 0 0,-1 0 0,1-1 0,-1 1 0,0-1 0,1 0 0,-1 0 0,0-1 0,0 1 0,-1-1 0,1 0 0,-6 1 0,-16 6 0,-72 31-1365,80-32-5461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4:09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24575,'-2'3'0,"0"0"0,0 0 0,0 1 0,0-1 0,0 1 0,1-1 0,-1 1 0,1 0 0,0 0 0,0 0 0,0 7 0,-1 49 0,2-43 0,0 893 96,1-409-1557,-1-483-5365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4:17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24575,'4'0'0,"-1"-1"0,1 1 0,-1 1 0,1-1 0,-1 0 0,1 1 0,-1 0 0,0 0 0,1 0 0,-1 0 0,0 0 0,0 0 0,0 1 0,0 0 0,0 0 0,0 0 0,0 0 0,0 0 0,-1 0 0,1 1 0,-1-1 0,0 1 0,0 0 0,0 0 0,0-1 0,0 1 0,0 1 0,-1-1 0,0 0 0,2 4 0,3 8 0,-2 1 0,1-1 0,-2 1 0,3 20 0,-3-15 0,10 37 0,-6-32 0,-1 1 0,-1 0 0,3 49 0,-7 84 0,-2-87 0,-1 897 845,2-554-3152,0-70-4856,0-335 8307,-1-1 0,0 1-1,-1-1 1,0 1 0,-1-1 0,-5 12 0,-29 59-171,27-62-1044,0 1 0,2 0 0,0 0 0,-6 26 0,10-16 71,1 0 0,2 0 0,3 46 0,1-7 0,-3 465-1365,0-516-5461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4:24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7367 24575,'4'-232'0,"42"-289"0,-36 450 0,49-388 0,-49-50 0,-12 310 0,2-224-6253,0-213 11482,0 290-2897,0 116-3640,-4 91 1308,-6 1 0,-53-255 0,37 266 0,5 0 0,-7-231 0,29-596 0,1 355 0,-2-201 0,0 797 0,0 0 0,0 0 0,0 0 0,0 0 0,1 0 0,-1 1 0,1-1 0,0 0 0,0 0 0,0 0 0,0 0 0,0 1 0,0-1 0,1 0 0,2-2 0,-2 3 0,0 0 0,0 1 0,1-1 0,-1 1 0,1 0 0,-1-1 0,1 1 0,-1 0 0,1 0 0,0 1 0,0-1 0,-1 0 0,1 1 0,0 0 0,0 0 0,3 0 0,28-1 0,1 0 0,0-1 0,38-7 0,-7-3 0,106-3 0,68 13 0,-148 3 0,2283 2-7018,4-4 8059,-371 0 4936,-2003 2-5977,-1-1 0,0 1 0,1 0 0,-1 0 0,1 0 0,-1 0 0,0 1 0,0-1 0,0 1 0,0 1 0,0-1 0,0 0 0,-1 1 0,1 0 0,-1 0 0,1 0 0,-1 0 0,0 0 0,0 1 0,-1-1 0,1 1 0,3 6 0,4 9 0,-1 0 0,-1 1 0,10 32 0,-8-20 0,114 388 0,-23 6 0,9 36 0,-24-150 0,16 61 0,-76-258 0,14 166 0,-14 120 0,-21-290 0,11 570-11482,-18-224 9455,0-48 8752,3 7-7216,-3 465 7172,-4-693-6681,-40 247 0,14-82 130,31 0 347,1-317-490,0-33 13,0 1 0,0-1 0,0 0 0,0 0 0,-1 1 0,1-1 0,-1 0 0,0 0 0,0 0 0,0 0 0,-2 4 0,1-6 0,1 1 0,-1-1 0,1 1 0,-1-1 0,1 0 0,-1 1 0,0-1 0,1 0 0,-1 0 0,0 0 0,0-1 0,0 1 0,0 0 0,0-1 0,0 1 0,0-1 0,0 1 0,0-1 0,-3 0 0,-204-1 0,149-1 0,-30-4 6,-101-19 0,-90-31-274,142 26-212,-199-33 431,-2 14-1,-494-7 1,-195 38 786,667 0-576,-149-3-175,-698 18 14,636 5 0,317-12 0,-332-55 0,439 47 0,-199 1 0,-44-12 0,379 28 0,-20-4 0,0 2 0,-58 1 0,89 2 9,1 0 1,-1 0-1,0 1 0,0-1 0,1 0 1,-1 1-1,0-1 0,1 1 0,-1 0 0,1 0 1,-1 0-1,-1 1 0,3-2-43,-1 0 0,1 1 1,0-1-1,0 1 0,-1-1 0,1 1 1,0-1-1,0 1 0,0-1 0,0 1 1,0-1-1,0 1 0,0-1 0,0 1 1,0-1-1,0 1 0,0-1 0,0 1 1,0-1-1,0 1 0,0-1 0,0 0 1,1 1-1,-1-1 0,0 1 0,0-1 1,1 1-1,-1-1 0,0 0 0,1 1 1,-1-1-1,0 1 0,1-1 0,-1 0 1,0 0-1,1 1 0,-1-1 0,1 0 1,-1 0-1,0 1 0,1-1 0,-1 0 1,1 0-1,11 8-6792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8:15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1522 24575,'68'1'0,"78"-2"0,-136-1 0,1 1 0,-1-1 0,0-1 0,0 1 0,0-2 0,0 0 0,-1 0 0,14-8 0,8-7 0,31-26 0,-24 17 0,200-125 0,-214 139 0,0-1 0,-1-2 0,0 0 0,-2-1 0,32-33 0,-31 29 0,1 1 0,0 0 0,2 2 0,1 1 0,33-17 0,-28 15 0,35-28 0,-37 26 0,40-24 0,180-101 0,-218 130 0,2 0 0,59-20 0,-66 28 0,0-1 0,0-1 0,-1-2 0,-1 0 0,0-1 0,26-21 0,-15 5 0,16-14 0,50-54 0,10-10 0,-106 103 0,38-39 0,-27 28 0,32-28 0,-8 11 0,-30 23 0,2 0 0,-1 1 0,2 1 0,-1 0 0,17-8 0,21-8-1365,-35 15-5461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8:29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1522 24575,'68'1'0,"78"-2"0,-136-1 0,1 1 0,-1-1 0,0-1 0,0 1 0,0-2 0,0 0 0,-1 0 0,14-8 0,8-7 0,31-26 0,-24 17 0,200-125 0,-214 139 0,0-1 0,-1-2 0,0 0 0,-2-1 0,32-33 0,-31 29 0,1 1 0,0 0 0,2 2 0,1 1 0,33-17 0,-28 15 0,35-28 0,-37 26 0,40-24 0,180-101 0,-218 130 0,2 0 0,59-20 0,-66 28 0,0-1 0,0-1 0,-1-2 0,-1 0 0,0-1 0,26-21 0,-15 5 0,16-14 0,50-54 0,10-10 0,-106 103 0,38-39 0,-27 28 0,32-28 0,-8 11 0,-30 23 0,2 0 0,-1 1 0,2 1 0,-1 0 0,17-8 0,21-8-1365,-35 15-5461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8:35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8:37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1555 24575,'1'-6'0,"-1"1"0,1 0 0,0 0 0,0-1 0,0 1 0,1 0 0,0 0 0,0 0 0,0 0 0,1 1 0,-1-1 0,1 0 0,0 1 0,1 0 0,-1 0 0,1 0 0,6-5 0,6-4 0,0 0 0,1 1 0,23-10 0,-30 16 0,171-86 0,-84 45 0,116-47 0,-147 67 0,118-65 0,-120 58 0,127-78 0,-139 77 0,55-50 0,-24 18 0,102-85 0,-151 122 0,36-25 0,-37 30 0,49-48 0,-58 49 0,-10 11 0,-1-1 0,21-29 0,-13 12 0,1 0 0,29-30 0,10 2 62,-34 35-775,29-36-1,-42 42-6112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8:41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1522 24575,'68'1'0,"78"-2"0,-136-1 0,1 1 0,-1-1 0,0-1 0,0 1 0,0-2 0,0 0 0,-1 0 0,14-8 0,8-7 0,31-26 0,-24 17 0,200-125 0,-214 139 0,0-1 0,-1-2 0,0 0 0,-2-1 0,32-33 0,-31 29 0,1 1 0,0 0 0,2 2 0,1 1 0,33-17 0,-28 15 0,35-28 0,-37 26 0,40-24 0,180-101 0,-218 130 0,2 0 0,59-20 0,-66 28 0,0-1 0,0-1 0,-1-2 0,-1 0 0,0-1 0,26-21 0,-15 5 0,16-14 0,50-54 0,10-10 0,-106 103 0,38-39 0,-27 28 0,32-28 0,-8 11 0,-30 23 0,2 0 0,-1 1 0,2 1 0,-1 0 0,17-8 0,21-8-1365,-35 15-5461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8:41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1555 24575,'1'-6'0,"-1"1"0,1 0 0,0 0 0,0-1 0,0 1 0,1 0 0,0 0 0,0 0 0,0 0 0,1 1 0,-1-1 0,1 0 0,0 1 0,1 0 0,-1 0 0,1 0 0,6-5 0,6-4 0,0 0 0,1 1 0,23-10 0,-30 16 0,171-86 0,-84 45 0,116-47 0,-147 67 0,118-65 0,-120 58 0,127-78 0,-139 77 0,55-50 0,-24 18 0,102-85 0,-151 122 0,36-25 0,-37 30 0,49-48 0,-58 49 0,-10 11 0,-1-1 0,21-29 0,-13 12 0,1 0 0,29-30 0,10 2 62,-34 35-775,29-36-1,-42 42-6112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8:55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24575,'1'0'0,"1"1"0,-1 0 0,1 0 0,-1 0 0,1 0 0,-1 0 0,0 0 0,1 0 0,-1 0 0,0 1 0,0-1 0,0 1 0,0-1 0,0 0 0,0 1 0,0 0 0,-1-1 0,1 1 0,-1-1 0,1 4 0,2 0 0,7 20 0,0 1 0,-2 0 0,-1 0 0,5 32 0,3 111 0,-9-106 0,20 89 0,-15-96 0,-2 1 0,3 72 0,-13 601-7198,0-294 3893,1-193 4114,0 647 7228,0-509-7745,0-363-7118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9:07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1522 24575,'68'1'0,"78"-2"0,-136-1 0,1 1 0,-1-1 0,0-1 0,0 1 0,0-2 0,0 0 0,-1 0 0,14-8 0,8-7 0,31-26 0,-24 17 0,200-125 0,-214 139 0,0-1 0,-1-2 0,0 0 0,-2-1 0,32-33 0,-31 29 0,1 1 0,0 0 0,2 2 0,1 1 0,33-17 0,-28 15 0,35-28 0,-37 26 0,40-24 0,180-101 0,-218 130 0,2 0 0,59-20 0,-66 28 0,0-1 0,0-1 0,-1-2 0,-1 0 0,0-1 0,26-21 0,-15 5 0,16-14 0,50-54 0,10-10 0,-106 103 0,38-39 0,-27 28 0,32-28 0,-8 11 0,-30 23 0,2 0 0,-1 1 0,2 1 0,-1 0 0,17-8 0,21-8-1365,-35 15-5461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9:07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1555 24575,'1'-6'0,"-1"1"0,1 0 0,0 0 0,0-1 0,0 1 0,1 0 0,0 0 0,0 0 0,0 0 0,1 1 0,-1-1 0,1 0 0,0 1 0,1 0 0,-1 0 0,1 0 0,6-5 0,6-4 0,0 0 0,1 1 0,23-10 0,-30 16 0,171-86 0,-84 45 0,116-47 0,-147 67 0,118-65 0,-120 58 0,127-78 0,-139 77 0,55-50 0,-24 18 0,102-85 0,-151 122 0,36-25 0,-37 30 0,49-48 0,-58 49 0,-10 11 0,-1-1 0,21-29 0,-13 12 0,1 0 0,29-30 0,10 2 62,-34 35-775,29-36-1,-42 42-6112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9:21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1723 24575,'0'-1496'0,"-1"1488"0,1-1 0,-1 0 0,-1 0 0,1 1 0,-2-1 0,1 1 0,-1-1 0,0 1 0,-1 0 0,0 0 0,0 1 0,-9-13 0,9 13 22,0 0 0,1-1 0,-1 0 0,-1-9 0,3 10-268,-1 0 0,1 0 0,-1 1 1,-1-1-1,-5-8 0,1 5-6580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9:07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9:07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24575,'1'0'0,"1"1"0,-1 0 0,1 0 0,-1 0 0,1 0 0,-1 0 0,0 0 0,1 0 0,-1 0 0,0 1 0,0-1 0,0 1 0,0-1 0,0 0 0,0 1 0,0 0 0,-1-1 0,1 1 0,-1-1 0,1 4 0,2 0 0,7 20 0,0 1 0,-2 0 0,-1 0 0,5 32 0,3 111 0,-9-106 0,20 89 0,-15-96 0,-2 1 0,3 72 0,-13 601-7198,0-294 3893,1-193 4114,0 647 7228,0-509-7745,0-363-7118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8:42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24575,'0'3060'0,"-2"-3031"0,-7 47 0,4-47 0,-2 44 0,8 119-1365,-1-173-5461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8:42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1418 24575,'35'1'0,"0"-2"0,0-2 0,-1-1 0,1-2 0,-1-1 0,53-19 0,-35 7 0,-30 12 0,1 0 0,-1-2 0,-1-1 0,1-1 0,-2-1 0,30-21 0,-37 22 0,13-13 0,2 2 0,56-36 0,36-14 0,66-34 0,-138 80 0,60-41 0,-71 42 0,1 1 0,76-34 0,-76 40 0,-1-1 0,-1-2 0,51-38 0,-52 35 0,56-30 0,-68 42 0,-1 0 0,-1-1 0,0-1 0,35-32 0,-42 31 0,2 1 0,0 0 0,0 1 0,22-13 0,0 0 0,-2-1 0,-1-2 0,-1-1 0,30-37 0,-22 25 0,-5 8-168,2 3-1,80-52 1,-87 63-692,-21 12-5966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8:42.1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1485 24575,'9'-9'0,"1"1"0,0 1 0,20-11 0,2-2 0,38-26 0,-32 22 0,-1-1 0,44-40 0,22-24 0,117-77 0,-22 20 0,-81 56 0,248-143 0,-323 211 0,-6 3 0,56-38 0,-72 44 0,0 0 0,1 2 0,35-15 0,-40 19 0,95-52 0,-77 44 0,-20 10 0,1-1 0,-1-1 0,-1-1 0,1 0 0,23-19 0,-34 24-5,0 0-1,-1 0 0,1 0 0,-1 0 1,0-1-1,0 0 0,0 1 1,-1-1-1,1 0 0,-1 0 1,0 1-1,2-9 0,-2-1 73,0 1 0,-2-24 0,2-21-298,-1 53 126,1 0 0,0 0 0,0 0-1,0 0 1,1 0 0,-1 0 0,1 0 0,0 0 0,0 1 0,0-1 0,4-4 0,7-5-6721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8:42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 0 24575,'-3'0'0,"-5"4"0,-6 0 0,-2 1 0,0 2 0,0 0 0,2 3 0,1 0 0,-2-2 0,-2-3 0,-2-1 0,0-3 0,2 4 0,0-1 0,0 0 0,-1 0 0,3-2-8191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8:42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 24575,'6'-7'0,"1"-1"0,1 0 0,1 0 0,10-7 0,-15 12 0,0 0 0,1 1 0,-1 0 0,1 0 0,0 0 0,0 1 0,0 0 0,0-1 0,9 1 0,54-2 0,-39 2 0,29-4 0,-48 4 0,0 0 0,20 1 0,-29 0 0,1 0 0,0 0 0,-1 1 0,1-1 0,0 0 0,-1 1 0,1-1 0,-1 1 0,1 0 0,-1-1 0,1 1 0,1 1 0,-3-1 0,1-1 0,-1 1 0,0-1 0,1 1 0,-1 0 0,0-1 0,0 1 0,1-1 0,-1 1 0,0 0 0,0-1 0,0 1 0,0 0 0,0-1 0,0 1 0,0-1 0,0 1 0,0 0 0,0-1 0,0 1 0,0 0 0,0-1 0,0 1 0,-1 0 0,1-1 0,0 1 0,-1-1 0,1 1 0,0-1 0,-1 1 0,0 0 0,-2 2 0,0 0 0,0 0 0,-1 0 0,1-1 0,-1 1 0,0-1 0,1 0 0,-1 0 0,0-1 0,0 1 0,-1-1 0,1 0 0,-6 1 0,-16 6 0,-72 31-1365,80-32-5461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8:42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24575,'-2'3'0,"0"0"0,0 0 0,0 1 0,0-1 0,0 1 0,1-1 0,-1 1 0,1 0 0,0 0 0,0 0 0,0 7 0,-1 49 0,2-43 0,0 893 96,1-409-1557,-1-483-5365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8:42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24575,'4'0'0,"-1"-1"0,1 1 0,-1 1 0,1-1 0,-1 0 0,1 1 0,-1 0 0,0 0 0,1 0 0,-1 0 0,0 0 0,0 0 0,0 1 0,0 0 0,0 0 0,0 0 0,0 0 0,0 0 0,-1 0 0,1 1 0,-1-1 0,0 1 0,0 0 0,0 0 0,0-1 0,0 1 0,0 1 0,-1-1 0,0 0 0,2 4 0,3 8 0,-2 1 0,1-1 0,-2 1 0,3 20 0,-3-15 0,10 37 0,-6-32 0,-1 1 0,-1 0 0,3 49 0,-7 84 0,-2-87 0,-1 897 845,2-554-3152,0-70-4856,0-335 8307,-1-1 0,0 1-1,-1-1 1,0 1 0,-1-1 0,-5 12 0,-29 59-171,27-62-1044,0 1 0,2 0 0,0 0 0,-6 26 0,10-16 71,1 0 0,2 0 0,3 46 0,1-7 0,-3 465-1365,0-516-5461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8:42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7367 24575,'4'-232'0,"42"-289"0,-36 450 0,49-388 0,-49-50 0,-12 310 0,2-224-6253,0-213 11482,0 290-2897,0 116-3640,-4 91 1308,-6 1 0,-53-255 0,37 266 0,5 0 0,-7-231 0,29-596 0,1 355 0,-2-201 0,0 797 0,0 0 0,0 0 0,0 0 0,0 0 0,1 0 0,-1 1 0,1-1 0,0 0 0,0 0 0,0 0 0,0 0 0,0 1 0,0-1 0,1 0 0,2-2 0,-2 3 0,0 0 0,0 1 0,1-1 0,-1 1 0,1 0 0,-1-1 0,1 1 0,-1 0 0,1 0 0,0 1 0,0-1 0,-1 0 0,1 1 0,0 0 0,0 0 0,3 0 0,28-1 0,1 0 0,0-1 0,38-7 0,-7-3 0,106-3 0,68 13 0,-148 3 0,2283 2-7018,4-4 8059,-371 0 4936,-2003 2-5977,-1-1 0,0 1 0,1 0 0,-1 0 0,1 0 0,-1 0 0,0 1 0,0-1 0,0 1 0,0 1 0,0-1 0,0 0 0,-1 1 0,1 0 0,-1 0 0,1 0 0,-1 0 0,0 0 0,0 1 0,-1-1 0,1 1 0,3 6 0,4 9 0,-1 0 0,-1 1 0,10 32 0,-8-20 0,114 388 0,-23 6 0,9 36 0,-24-150 0,16 61 0,-76-258 0,14 166 0,-14 120 0,-21-290 0,11 570-11482,-18-224 9455,0-48 8752,3 7-7216,-3 465 7172,-4-693-6681,-40 247 0,14-82 130,31 0 347,1-317-490,0-33 13,0 1 0,0-1 0,0 0 0,0 0 0,-1 1 0,1-1 0,-1 0 0,0 0 0,0 0 0,0 0 0,-2 4 0,1-6 0,1 1 0,-1-1 0,1 1 0,-1-1 0,1 0 0,-1 1 0,0-1 0,1 0 0,-1 0 0,0 0 0,0-1 0,0 1 0,0 0 0,0-1 0,0 1 0,0-1 0,0 1 0,0-1 0,-3 0 0,-204-1 0,149-1 0,-30-4 6,-101-19 0,-90-31-274,142 26-212,-199-33 431,-2 14-1,-494-7 1,-195 38 786,667 0-576,-149-3-175,-698 18 14,636 5 0,317-12 0,-332-55 0,439 47 0,-199 1 0,-44-12 0,379 28 0,-20-4 0,0 2 0,-58 1 0,89 2 9,1 0 1,-1 0-1,0 1 0,0-1 0,1 0 1,-1 1-1,0-1 0,1 1 0,-1 0 0,1 0 1,-1 0-1,-1 1 0,3-2-43,-1 0 0,1 1 1,0-1-1,0 1 0,-1-1 0,1 1 1,0-1-1,0 1 0,0-1 0,0 1 1,0-1-1,0 1 0,0-1 0,0 1 1,0-1-1,0 1 0,0-1 0,0 1 1,0-1-1,0 1 0,0-1 0,0 0 1,1 1-1,-1-1 0,0 1 0,0-1 1,1 1-1,-1-1 0,0 0 0,1 1 1,-1-1-1,0 1 0,1-1 0,-1 0 1,0 0-1,1 1 0,-1-1 0,1 0 1,-1 0-1,0 1 0,1-1 0,-1 0 1,1 0-1,11 8-6792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09:44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0:32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0 348 24575,'144'1'0,"159"-3"0,-43-22 0,-228 18 0,61-19 0,-59 14 0,53-9 0,-58 15 0,-1-2 0,0 0 0,29-13 0,79-40 0,-66 27 0,166-86-1365,-218 109-5461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0:35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24575,'2'0'0,"1"0"0,-1 0 0,0 0 0,1 1 0,-1-1 0,0 1 0,0-1 0,0 1 0,1 0 0,-1 0 0,0 0 0,0 0 0,0 0 0,0 1 0,0-1 0,-1 0 0,1 1 0,0-1 0,0 1 0,-1 0 0,0 0 0,1 0 0,-1-1 0,0 1 0,0 0 0,2 5 0,1 3 0,-2-1 0,1 2 0,-1-1 0,1 19 0,2 6 0,40 118 0,54 129 0,-31-103 0,-54-139 0,-4-15 0,-2 0 0,0 1 0,-1 0 0,-2 0 0,4 46 0,-9-54 0,1 0 0,0-1 0,2 1 0,0-1 0,1 0 0,6 18 0,-3-11 0,-2 1 0,-1-1 0,-1 1 0,-1-1 0,-1 1 0,-3 37 0,1-28 0,1 0 0,7 53 0,0-27 0,-6-46 0,0-1 0,1 0 0,0 1 0,0-1 0,2 0 0,0-1 0,0 1 0,1-1 0,10 19 0,-8-19 27,0 0-1,-2 1 0,1-1 1,5 23-1,12 26-1523,-17-49-5329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0:27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1267 1 24575,'0'1132'0,"-1"-1111"14,0 1 1,-2-1-1,0 0 0,-1 0 0,-1 0 0,-15 37 0,5-26-321,-1 1 0,-1-2-1,-28 38 1,-6 9-5130,-21 42 5230,10-15 197,-25 44 6653,51-79-6572,-35 93-1,53-115-70,-1 0 0,-3-1 0,-2-1 0,-55 79 0,6-36 462,23-28-6577,-1 13 4874,36-51 1278,-1 0-1,-24 26 1,-32 19 5812,53-52-5693,0 1 0,1 1 0,1 1 0,1 1-1,-20 29 1,12-15-156,18-26 0,1 0 0,0-1 0,0 2 0,-7 15 0,-16 40 0,18-45 0,1 1 0,2 0 0,-7 25 0,1-11 0,10-28 0,1 0 0,-1 0 0,1 0 0,1 0 0,-1 0 0,0 7 0,2-12 0,0 1 0,0 0 0,0-1 0,0 1 0,1-1 0,-1 1 0,1 0 0,-1-1 0,1 1 0,-1-1 0,1 1 0,0-1 0,0 0 0,0 1 0,-1-1 0,1 0 0,1 0 0,-1 1 0,0-1 0,0 0 0,0 0 0,1 0 0,-1 0 0,0-1 0,1 1 0,-1 0 0,1 0 0,1 0 0,1 0-136,-1 0-1,1 0 1,0 0-1,0 0 1,-1-1-1,1 1 1,0-1-1,0 0 0,5-1 1,14-2-6690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0:29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24575,'1'11'0,"0"0"0,1 0 0,0 0 0,0 0 0,1-1 0,7 17 0,32 60 0,-38-79 0,164 290 0,-46-84 0,113 194 0,-109-213 17,-70-113-1164,124 160-6591,-77-107 5286,55 51 7719,13 18 786,-106-110-6053,116 148 0,-160-219-185,1-2 0,1 0 0,37 26-1,82 43-5357,-55-38 5043,-61-38 1720,0-2-1,0 0 1,1-2-1,1-1 1,50 9-1,25 9-1752,-82-22 533,0-1 0,0-1 0,1 0 0,32-1 0,-33-3 0,0 2 0,-1 1 0,1 1 0,37 9 0,-34-5 0,0 2 0,0 0 0,-1 2 0,36 21 0,-52-28 15,0-1-1,0 1 0,0-2 1,1 1-1,-1-1 1,1 0-1,0 0 1,11 0-1,-11-1-228,1 0 1,-1 1-1,1 0 1,-1 0-1,0 1 1,11 5-1,-7-1-6612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0:42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3260 0 24575,'-1'0'0,"-1"1"0,1-1 0,-1 1 0,1-1 0,0 1 0,-1-1 0,1 1 0,-1 0 0,1 0 0,0-1 0,0 1 0,-1 0 0,1 0 0,0 1 0,-2 1 0,-16 22 0,15-19 0,-3 3 0,0-1 0,0 0 0,-1 0 0,0-1 0,-1 0 0,0 0 0,-15 8 0,-6 1 0,-36 14 0,47-23 0,0 1 0,0 1 0,1 1 0,0 0 0,1 1 0,-20 17 0,26-17 0,2 0 0,-14 21 0,15-21 0,1-1 0,-1 0 0,-19 18 0,-103 99 0,-5 3 0,107-109 0,-58 33 0,-10 7 0,-144 122 0,218-166 0,-25 22 0,-2-3 0,-89 50 0,-2-18 0,25-13 0,-155 100 0,160-67 0,76-59 0,-55 38 0,48-39 0,2 2 0,-44 42 0,62-53 0,0 0 0,0 0 0,1 2 0,2 0 0,-27 38 0,-57 83 0,43-64 0,35-50 0,0 0 0,-2-2 0,-43 35 0,-5 4 0,55-45 0,2 0 0,1 1 0,-16 25 0,13-18 0,-26 32 0,41-56 0,1 1 0,0 0 0,0 0 0,0 0 0,1 1 0,0-1 0,0 0 0,1 1 0,-1 0 0,1-1 0,0 1 0,0 0 0,1-1 0,0 13 0,0-10 0,0 0 0,0-1 0,-1 1 0,-1 0 0,1 0 0,-1-1 0,-4 11 0,-29 44 0,24-44 0,1 0 0,-14 35 0,19-41 0,-1-1 0,1 0 0,-2 0 0,0-1 0,0 1 0,0-1 0,-2-1 0,-12 13 0,19-20 0,-4 5-341,0 0 0,0 1-1,-5 9 1,1 1-6485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4:10:44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1410 24575,'2'2'0,"1"1"0,0-1 0,0-1 0,0 1 0,1 0 0,-1-1 0,0 1 0,0-1 0,1 0 0,-1 0 0,1 0 0,6 0 0,49 1 0,-42-2 0,98 2-211,157-2-6875,-174-3 8730,-74 2 984,38-8 0,25-14-1763,79-39-1333,-34 5 468,-3-6 0,201-133 0,-271 159-2830,1 3 0,2 2 0,110-39 0,-165 68 2837,436-148 11306,-159 36-11313,-207 79 0,1 4 0,125-35 0,66-12 0,-28 8 0,-217 64 0,-1 0 0,1-2 0,-1 0 0,-1-2 0,30-17 0,-44 23 0,0 1 0,1 0 0,0 1 0,18-5 0,-18 6 0,0 0 0,0-1 0,-1 0 0,16-9 0,-6 2 0,-1 2 0,2 0 0,31-9 0,-27 9 0,39-17 0,-45 18 0,1 0 0,1 1 0,-1 1 0,1 1 0,24-3 0,-16 3 0,42-12 0,-44 8-64,-17 6-153,1 0 0,-1-1 0,0 0 1,1 0-1,12-8 0,-8 0-6609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9.png"/><Relationship Id="rId18" Type="http://schemas.openxmlformats.org/officeDocument/2006/relationships/customXml" Target="../ink/ink11.xml"/><Relationship Id="rId26" Type="http://schemas.openxmlformats.org/officeDocument/2006/relationships/customXml" Target="../ink/ink18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image" Target="../media/image7.png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5" Type="http://schemas.openxmlformats.org/officeDocument/2006/relationships/customXml" Target="../ink/ink17.xml"/><Relationship Id="rId2" Type="http://schemas.openxmlformats.org/officeDocument/2006/relationships/image" Target="../media/image5.png"/><Relationship Id="rId16" Type="http://schemas.openxmlformats.org/officeDocument/2006/relationships/customXml" Target="../ink/ink9.xml"/><Relationship Id="rId20" Type="http://schemas.openxmlformats.org/officeDocument/2006/relationships/customXml" Target="../ink/ink13.xml"/><Relationship Id="rId29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24" Type="http://schemas.openxmlformats.org/officeDocument/2006/relationships/customXml" Target="../ink/ink16.xml"/><Relationship Id="rId32" Type="http://schemas.openxmlformats.org/officeDocument/2006/relationships/image" Target="../media/image13.png"/><Relationship Id="rId5" Type="http://schemas.openxmlformats.org/officeDocument/2006/relationships/customXml" Target="../ink/ink2.xml"/><Relationship Id="rId15" Type="http://schemas.openxmlformats.org/officeDocument/2006/relationships/image" Target="../media/image10.png"/><Relationship Id="rId23" Type="http://schemas.openxmlformats.org/officeDocument/2006/relationships/customXml" Target="../ink/ink15.xml"/><Relationship Id="rId28" Type="http://schemas.openxmlformats.org/officeDocument/2006/relationships/customXml" Target="../ink/ink20.xml"/><Relationship Id="rId10" Type="http://schemas.openxmlformats.org/officeDocument/2006/relationships/customXml" Target="../ink/ink6.xml"/><Relationship Id="rId19" Type="http://schemas.openxmlformats.org/officeDocument/2006/relationships/customXml" Target="../ink/ink12.xml"/><Relationship Id="rId31" Type="http://schemas.openxmlformats.org/officeDocument/2006/relationships/customXml" Target="../ink/ink22.xml"/><Relationship Id="rId4" Type="http://schemas.openxmlformats.org/officeDocument/2006/relationships/image" Target="../media/image6.png"/><Relationship Id="rId9" Type="http://schemas.openxmlformats.org/officeDocument/2006/relationships/customXml" Target="../ink/ink5.xml"/><Relationship Id="rId14" Type="http://schemas.openxmlformats.org/officeDocument/2006/relationships/customXml" Target="../ink/ink8.xml"/><Relationship Id="rId22" Type="http://schemas.openxmlformats.org/officeDocument/2006/relationships/image" Target="../media/image11.png"/><Relationship Id="rId27" Type="http://schemas.openxmlformats.org/officeDocument/2006/relationships/customXml" Target="../ink/ink19.xml"/><Relationship Id="rId30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customXml" Target="../ink/ink33.xml"/><Relationship Id="rId26" Type="http://schemas.openxmlformats.org/officeDocument/2006/relationships/customXml" Target="../ink/ink38.xml"/><Relationship Id="rId3" Type="http://schemas.openxmlformats.org/officeDocument/2006/relationships/customXml" Target="../ink/ink23.xml"/><Relationship Id="rId21" Type="http://schemas.openxmlformats.org/officeDocument/2006/relationships/image" Target="../media/image6.png"/><Relationship Id="rId34" Type="http://schemas.openxmlformats.org/officeDocument/2006/relationships/customXml" Target="../ink/ink42.xml"/><Relationship Id="rId7" Type="http://schemas.openxmlformats.org/officeDocument/2006/relationships/image" Target="../media/image15.png"/><Relationship Id="rId12" Type="http://schemas.openxmlformats.org/officeDocument/2006/relationships/customXml" Target="../ink/ink29.xml"/><Relationship Id="rId17" Type="http://schemas.openxmlformats.org/officeDocument/2006/relationships/image" Target="../media/image18.png"/><Relationship Id="rId25" Type="http://schemas.openxmlformats.org/officeDocument/2006/relationships/image" Target="../media/image8.png"/><Relationship Id="rId33" Type="http://schemas.openxmlformats.org/officeDocument/2006/relationships/image" Target="../media/image12.png"/><Relationship Id="rId2" Type="http://schemas.openxmlformats.org/officeDocument/2006/relationships/image" Target="../media/image5.png"/><Relationship Id="rId16" Type="http://schemas.openxmlformats.org/officeDocument/2006/relationships/customXml" Target="../ink/ink32.xml"/><Relationship Id="rId20" Type="http://schemas.openxmlformats.org/officeDocument/2006/relationships/customXml" Target="../ink/ink35.xml"/><Relationship Id="rId29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customXml" Target="../ink/ink28.xml"/><Relationship Id="rId24" Type="http://schemas.openxmlformats.org/officeDocument/2006/relationships/customXml" Target="../ink/ink37.xml"/><Relationship Id="rId32" Type="http://schemas.openxmlformats.org/officeDocument/2006/relationships/customXml" Target="../ink/ink41.xml"/><Relationship Id="rId5" Type="http://schemas.openxmlformats.org/officeDocument/2006/relationships/customXml" Target="../ink/ink24.xml"/><Relationship Id="rId15" Type="http://schemas.openxmlformats.org/officeDocument/2006/relationships/customXml" Target="../ink/ink31.xml"/><Relationship Id="rId23" Type="http://schemas.openxmlformats.org/officeDocument/2006/relationships/image" Target="../media/image7.png"/><Relationship Id="rId28" Type="http://schemas.openxmlformats.org/officeDocument/2006/relationships/customXml" Target="../ink/ink39.xml"/><Relationship Id="rId10" Type="http://schemas.openxmlformats.org/officeDocument/2006/relationships/customXml" Target="../ink/ink27.xml"/><Relationship Id="rId19" Type="http://schemas.openxmlformats.org/officeDocument/2006/relationships/customXml" Target="../ink/ink34.xml"/><Relationship Id="rId31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14" Type="http://schemas.openxmlformats.org/officeDocument/2006/relationships/customXml" Target="../ink/ink30.xml"/><Relationship Id="rId22" Type="http://schemas.openxmlformats.org/officeDocument/2006/relationships/customXml" Target="../ink/ink36.xml"/><Relationship Id="rId27" Type="http://schemas.openxmlformats.org/officeDocument/2006/relationships/image" Target="../media/image9.png"/><Relationship Id="rId30" Type="http://schemas.openxmlformats.org/officeDocument/2006/relationships/customXml" Target="../ink/ink40.xml"/><Relationship Id="rId35" Type="http://schemas.openxmlformats.org/officeDocument/2006/relationships/image" Target="../media/image13.png"/><Relationship Id="rId8" Type="http://schemas.openxmlformats.org/officeDocument/2006/relationships/customXml" Target="../ink/ink2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48.xml"/><Relationship Id="rId3" Type="http://schemas.openxmlformats.org/officeDocument/2006/relationships/customXml" Target="../ink/ink43.xml"/><Relationship Id="rId7" Type="http://schemas.openxmlformats.org/officeDocument/2006/relationships/customXml" Target="../ink/ink45.xml"/><Relationship Id="rId12" Type="http://schemas.openxmlformats.org/officeDocument/2006/relationships/image" Target="../media/image23.png"/><Relationship Id="rId2" Type="http://schemas.openxmlformats.org/officeDocument/2006/relationships/image" Target="../media/image6.jpe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47.xml"/><Relationship Id="rId5" Type="http://schemas.openxmlformats.org/officeDocument/2006/relationships/customXml" Target="../ink/ink44.xml"/><Relationship Id="rId15" Type="http://schemas.openxmlformats.org/officeDocument/2006/relationships/customXml" Target="../ink/ink49.xml"/><Relationship Id="rId10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customXml" Target="../ink/ink46.xml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977632"/>
              </p:ext>
            </p:extLst>
          </p:nvPr>
        </p:nvGraphicFramePr>
        <p:xfrm>
          <a:off x="533400" y="4921250"/>
          <a:ext cx="5394325" cy="312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3860" imgH="2808060" progId="Word.Document.8">
                  <p:embed/>
                </p:oleObj>
              </mc:Choice>
              <mc:Fallback>
                <p:oleObj name="Document" r:id="rId2" imgW="5483860" imgH="28080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921250"/>
                        <a:ext cx="5394325" cy="312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277035"/>
            <a:ext cx="62912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V(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{Oregon, Alaska, Texas, Hawaii, Vermont, </a:t>
            </a:r>
            <a:r>
              <a:rPr lang="en-US" altLang="en-US" sz="1200" dirty="0" err="1"/>
              <a:t>NewYork</a:t>
            </a:r>
            <a:r>
              <a:rPr lang="en-US" altLang="en-US" sz="1200" dirty="0"/>
              <a:t>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E(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{(Alaska, Oregon), (Hawaii, Alaska), (Hawaii, Texas), (Texas, Hawaii), (Hawaii, 	California), (Hawaii, New York), (Texas, Vermont), (Vermont, California), (Vermont, Alaska)}</a:t>
            </a:r>
          </a:p>
        </p:txBody>
      </p:sp>
      <p:sp>
        <p:nvSpPr>
          <p:cNvPr id="2055" name="Rectangle 8">
            <a:extLst>
              <a:ext uri="{FF2B5EF4-FFF2-40B4-BE49-F238E27FC236}">
                <a16:creationId xmlns:a16="http://schemas.microsoft.com/office/drawing/2014/main" id="{23AE5A62-58FC-45BC-8E66-2A3E942B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29000"/>
            <a:ext cx="5791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1.  Draw the StateGraph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B0BCF9-916A-F85E-FA57-EA4085A34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13648"/>
            <a:ext cx="3874567" cy="2443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           that would describe the edges in the graph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14400" y="1447800"/>
            <a:ext cx="5486400" cy="2590800"/>
            <a:chOff x="381000" y="6248400"/>
            <a:chExt cx="5486400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655320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C614A04-AAA4-4C45-9079-2C377ECC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477000"/>
              <a:ext cx="3962400" cy="2362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 dirty="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  <a:endParaRPr lang="en-US" sz="1000" dirty="0">
              <a:ea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E0C131-50E4-F69E-3CB2-F9E5CDF3E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452875"/>
              </p:ext>
            </p:extLst>
          </p:nvPr>
        </p:nvGraphicFramePr>
        <p:xfrm>
          <a:off x="2438400" y="1691958"/>
          <a:ext cx="396239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57">
                  <a:extLst>
                    <a:ext uri="{9D8B030D-6E8A-4147-A177-3AD203B41FA5}">
                      <a16:colId xmlns:a16="http://schemas.microsoft.com/office/drawing/2014/main" val="2639885673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381352306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1522115056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1404255574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781784871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891000188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1093830682"/>
                    </a:ext>
                  </a:extLst>
                </a:gridCol>
              </a:tblGrid>
              <a:tr h="33523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932297"/>
                  </a:ext>
                </a:extLst>
              </a:tr>
              <a:tr h="33523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095699"/>
                  </a:ext>
                </a:extLst>
              </a:tr>
              <a:tr h="33523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626340"/>
                  </a:ext>
                </a:extLst>
              </a:tr>
              <a:tr h="33523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211046"/>
                  </a:ext>
                </a:extLst>
              </a:tr>
              <a:tr h="33523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379906"/>
                  </a:ext>
                </a:extLst>
              </a:tr>
              <a:tr h="33523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559399"/>
                  </a:ext>
                </a:extLst>
              </a:tr>
              <a:tr h="33523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3919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C43330-FF0C-297F-CECA-AE1112781F12}"/>
              </a:ext>
            </a:extLst>
          </p:cNvPr>
          <p:cNvSpPr txBox="1"/>
          <p:nvPr/>
        </p:nvSpPr>
        <p:spPr>
          <a:xfrm>
            <a:off x="2438399" y="1276013"/>
            <a:ext cx="3961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AK  CA  HI  NY  OR  TX  VT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1DB96C-F75A-2F0A-A50B-38F0E6538CA9}"/>
              </a:ext>
            </a:extLst>
          </p:cNvPr>
          <p:cNvSpPr txBox="1"/>
          <p:nvPr/>
        </p:nvSpPr>
        <p:spPr>
          <a:xfrm>
            <a:off x="1442974" y="1633290"/>
            <a:ext cx="63030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AK</a:t>
            </a:r>
          </a:p>
          <a:p>
            <a:r>
              <a:rPr lang="en-US" dirty="0"/>
              <a:t>CA</a:t>
            </a:r>
          </a:p>
          <a:p>
            <a:r>
              <a:rPr lang="en-US" dirty="0"/>
              <a:t>HI</a:t>
            </a:r>
          </a:p>
          <a:p>
            <a:r>
              <a:rPr lang="en-US" dirty="0"/>
              <a:t>NY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TX</a:t>
            </a:r>
          </a:p>
          <a:p>
            <a:r>
              <a:rPr lang="en-US" dirty="0"/>
              <a:t>VT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D4BE4E-99D3-8F0A-F38A-18C99B801D0E}"/>
              </a:ext>
            </a:extLst>
          </p:cNvPr>
          <p:cNvSpPr txBox="1"/>
          <p:nvPr/>
        </p:nvSpPr>
        <p:spPr>
          <a:xfrm>
            <a:off x="1524000" y="6477000"/>
            <a:ext cx="184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D6D71-5DB7-0A5B-F803-369CBD2355CD}"/>
              </a:ext>
            </a:extLst>
          </p:cNvPr>
          <p:cNvSpPr txBox="1"/>
          <p:nvPr/>
        </p:nvSpPr>
        <p:spPr>
          <a:xfrm>
            <a:off x="288925" y="6091932"/>
            <a:ext cx="660520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Alaska 	| Oregon</a:t>
            </a:r>
          </a:p>
          <a:p>
            <a:r>
              <a:rPr lang="en-US" dirty="0"/>
              <a:t>California 	| [No neighbors]</a:t>
            </a:r>
          </a:p>
          <a:p>
            <a:r>
              <a:rPr lang="en-US" dirty="0"/>
              <a:t>Hawaii 	| Alaska, Texas, California, </a:t>
            </a:r>
            <a:r>
              <a:rPr lang="en-US" dirty="0" err="1"/>
              <a:t>NewYork</a:t>
            </a:r>
            <a:endParaRPr lang="en-US" dirty="0"/>
          </a:p>
          <a:p>
            <a:r>
              <a:rPr lang="en-US" dirty="0" err="1"/>
              <a:t>NewYork</a:t>
            </a:r>
            <a:r>
              <a:rPr lang="en-US" dirty="0"/>
              <a:t> 	| [No neighbors]</a:t>
            </a:r>
          </a:p>
          <a:p>
            <a:r>
              <a:rPr lang="en-US" dirty="0"/>
              <a:t>Oregon 	| [No neighbors]</a:t>
            </a:r>
          </a:p>
          <a:p>
            <a:r>
              <a:rPr lang="en-US" dirty="0"/>
              <a:t>Texas 		| Hawaii, Vermont</a:t>
            </a:r>
          </a:p>
          <a:p>
            <a:r>
              <a:rPr lang="en-US" dirty="0"/>
              <a:t>Vermont 	| California, Alaska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3" y="2895600"/>
            <a:ext cx="5704254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	E, C, F, B, A, D, G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ANSWER: 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(I’m not sure what order was chosen when there were multiple options,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but the other answers are not possible as they backtrack instead of focusing on depth first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876206"/>
            <a:ext cx="57150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  a, b, and c are all breadth first traversals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Alphabetical order gets option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Reverse alphabetical order gets FDCAEBG which isn’t an option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Option B cannot be correct since it repeats vertices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4159472" cy="219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28600" indent="-228600">
              <a:spcBef>
                <a:spcPct val="0"/>
              </a:spcBef>
              <a:buFontTx/>
              <a:buAutoNum type="arabicPeriod" startAt="5"/>
            </a:pPr>
            <a:r>
              <a:rPr lang="en-US" altLang="en-US" sz="1200" dirty="0"/>
              <a:t>Find the shortest </a:t>
            </a:r>
            <a:r>
              <a:rPr lang="en-US" altLang="en-US" sz="1200" u="sng" dirty="0"/>
              <a:t>distance</a:t>
            </a:r>
            <a:r>
              <a:rPr lang="en-US" altLang="en-US" sz="1200" dirty="0"/>
              <a:t> from Atlanta to every other city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To Austin (2100): Atlanta -&gt; Washington -&gt; Dallas -&gt; Austin</a:t>
            </a:r>
          </a:p>
          <a:p>
            <a:pPr>
              <a:buNone/>
            </a:pPr>
            <a:r>
              <a:rPr lang="en-US" sz="1200" dirty="0"/>
              <a:t>To Chicago (2800): Atlanta -&gt; Washington -&gt; Dallas -&gt; Chicago</a:t>
            </a:r>
          </a:p>
          <a:p>
            <a:pPr>
              <a:buNone/>
            </a:pPr>
            <a:r>
              <a:rPr lang="en-US" sz="1200" dirty="0"/>
              <a:t>To Dallas (1900): Atlanta -&gt; Washington -&gt; Dallas</a:t>
            </a:r>
          </a:p>
          <a:p>
            <a:pPr>
              <a:buNone/>
            </a:pPr>
            <a:r>
              <a:rPr lang="en-US" sz="1200" dirty="0"/>
              <a:t>To Denver (2680): Atlanta -&gt; Washington -&gt; Dallas -&gt; Denver</a:t>
            </a:r>
          </a:p>
          <a:p>
            <a:pPr>
              <a:buNone/>
            </a:pPr>
            <a:r>
              <a:rPr lang="en-US" sz="1200" dirty="0"/>
              <a:t>To Houston (800): Atlanta -&gt; Houston</a:t>
            </a:r>
          </a:p>
          <a:p>
            <a:pPr>
              <a:buNone/>
            </a:pPr>
            <a:r>
              <a:rPr lang="en-US" sz="1200" dirty="0"/>
              <a:t>To Washington (600): Atlanta -&gt; Washington</a:t>
            </a:r>
          </a:p>
          <a:p>
            <a:pPr>
              <a:spcBef>
                <a:spcPct val="0"/>
              </a:spcBef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5">
            <a:extLst>
              <a:ext uri="{FF2B5EF4-FFF2-40B4-BE49-F238E27FC236}">
                <a16:creationId xmlns:a16="http://schemas.microsoft.com/office/drawing/2014/main" id="{0F8D125E-99A2-3EE8-7B59-0BBF755A2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0668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267689F-D54F-439C-A424-BEFB7E53856B}"/>
                  </a:ext>
                </a:extLst>
              </p14:cNvPr>
              <p14:cNvContentPartPr/>
              <p14:nvPr/>
            </p14:nvContentPartPr>
            <p14:xfrm>
              <a:off x="3460602" y="1540379"/>
              <a:ext cx="8640" cy="1252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267689F-D54F-439C-A424-BEFB7E5385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54482" y="1534259"/>
                <a:ext cx="20880" cy="126468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5">
            <a:extLst>
              <a:ext uri="{FF2B5EF4-FFF2-40B4-BE49-F238E27FC236}">
                <a16:creationId xmlns:a16="http://schemas.microsoft.com/office/drawing/2014/main" id="{D192BFB9-C19B-F268-6FA0-4543931ED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32766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ED168D9-6022-D989-5FB7-D56A96410068}"/>
                  </a:ext>
                </a:extLst>
              </p14:cNvPr>
              <p14:cNvContentPartPr/>
              <p14:nvPr/>
            </p14:nvContentPartPr>
            <p14:xfrm>
              <a:off x="545952" y="3750179"/>
              <a:ext cx="8640" cy="1252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168D9-6022-D989-5FB7-D56A964100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832" y="3744059"/>
                <a:ext cx="20880" cy="12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8B8749A-6D38-B4DB-DF7E-4EDDD2095CFB}"/>
                  </a:ext>
                </a:extLst>
              </p14:cNvPr>
              <p14:cNvContentPartPr/>
              <p14:nvPr/>
            </p14:nvContentPartPr>
            <p14:xfrm>
              <a:off x="732882" y="4464659"/>
              <a:ext cx="857880" cy="510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8B8749A-6D38-B4DB-DF7E-4EDDD2095C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6762" y="4458539"/>
                <a:ext cx="870120" cy="5230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5">
            <a:extLst>
              <a:ext uri="{FF2B5EF4-FFF2-40B4-BE49-F238E27FC236}">
                <a16:creationId xmlns:a16="http://schemas.microsoft.com/office/drawing/2014/main" id="{32A5768F-9ADD-0525-EDF0-77A49B347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363" y="3293292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7B55AD8-8320-DE7B-77DC-BEE74BE03D03}"/>
                  </a:ext>
                </a:extLst>
              </p14:cNvPr>
              <p14:cNvContentPartPr/>
              <p14:nvPr/>
            </p14:nvContentPartPr>
            <p14:xfrm>
              <a:off x="3466365" y="3766871"/>
              <a:ext cx="8640" cy="1252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7B55AD8-8320-DE7B-77DC-BEE74BE03D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0245" y="3760751"/>
                <a:ext cx="20880" cy="12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3A2AAAB-0ABF-E44D-A489-1671AFBC3F35}"/>
                  </a:ext>
                </a:extLst>
              </p14:cNvPr>
              <p14:cNvContentPartPr/>
              <p14:nvPr/>
            </p14:nvContentPartPr>
            <p14:xfrm>
              <a:off x="3653295" y="4481351"/>
              <a:ext cx="857880" cy="510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3A2AAAB-0ABF-E44D-A489-1671AFBC3F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47175" y="4475231"/>
                <a:ext cx="870120" cy="52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4DDA79F-2B64-316A-12FB-8604B4D908DD}"/>
              </a:ext>
            </a:extLst>
          </p:cNvPr>
          <p:cNvGrpSpPr/>
          <p:nvPr/>
        </p:nvGrpSpPr>
        <p:grpSpPr>
          <a:xfrm>
            <a:off x="4767402" y="3757259"/>
            <a:ext cx="812880" cy="580320"/>
            <a:chOff x="5148402" y="4214459"/>
            <a:chExt cx="81288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57B6A4-AB21-E68F-5DBE-999CE3E38CB9}"/>
                    </a:ext>
                  </a:extLst>
                </p14:cNvPr>
                <p14:cNvContentPartPr/>
                <p14:nvPr/>
              </p14:nvContentPartPr>
              <p14:xfrm>
                <a:off x="5263242" y="4214459"/>
                <a:ext cx="698040" cy="534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57B6A4-AB21-E68F-5DBE-999CE3E38C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57122" y="4208339"/>
                  <a:ext cx="71028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BAAC9A5-080B-768E-ADB3-2F7F7EC90130}"/>
                    </a:ext>
                  </a:extLst>
                </p14:cNvPr>
                <p14:cNvContentPartPr/>
                <p14:nvPr/>
              </p14:nvContentPartPr>
              <p14:xfrm>
                <a:off x="5148402" y="4764179"/>
                <a:ext cx="92160" cy="3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BAAC9A5-080B-768E-ADB3-2F7F7EC9013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42282" y="4758059"/>
                  <a:ext cx="104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E869D1-4286-3F49-DA76-A2FBD62CB1D4}"/>
                    </a:ext>
                  </a:extLst>
                </p14:cNvPr>
                <p14:cNvContentPartPr/>
                <p14:nvPr/>
              </p14:nvContentPartPr>
              <p14:xfrm>
                <a:off x="5232642" y="4721339"/>
                <a:ext cx="121320" cy="40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E869D1-4286-3F49-DA76-A2FBD62CB1D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26522" y="4715219"/>
                  <a:ext cx="133560" cy="525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" name="Picture 5">
            <a:extLst>
              <a:ext uri="{FF2B5EF4-FFF2-40B4-BE49-F238E27FC236}">
                <a16:creationId xmlns:a16="http://schemas.microsoft.com/office/drawing/2014/main" id="{D11939B2-6145-0280-C677-72D5773D6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42213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0738E2E-8D7F-DF79-5AEE-5AA1C3D8DB86}"/>
                  </a:ext>
                </a:extLst>
              </p14:cNvPr>
              <p14:cNvContentPartPr/>
              <p14:nvPr/>
            </p14:nvContentPartPr>
            <p14:xfrm>
              <a:off x="565002" y="5895709"/>
              <a:ext cx="8640" cy="1252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0738E2E-8D7F-DF79-5AEE-5AA1C3D8DB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8882" y="5889589"/>
                <a:ext cx="20880" cy="12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0C61FD6-268F-050D-9D5F-92417759006B}"/>
                  </a:ext>
                </a:extLst>
              </p14:cNvPr>
              <p14:cNvContentPartPr/>
              <p14:nvPr/>
            </p14:nvContentPartPr>
            <p14:xfrm>
              <a:off x="751932" y="6610189"/>
              <a:ext cx="857880" cy="510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0C61FD6-268F-050D-9D5F-9241775900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5812" y="6604069"/>
                <a:ext cx="870120" cy="52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4A6891D-94A7-34F3-903B-C1AFA00F3BEE}"/>
              </a:ext>
            </a:extLst>
          </p:cNvPr>
          <p:cNvGrpSpPr/>
          <p:nvPr/>
        </p:nvGrpSpPr>
        <p:grpSpPr>
          <a:xfrm>
            <a:off x="1866039" y="5886097"/>
            <a:ext cx="812880" cy="580320"/>
            <a:chOff x="5148402" y="4214459"/>
            <a:chExt cx="81288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687A94-AB05-720C-E62E-0BAD01BE25FB}"/>
                    </a:ext>
                  </a:extLst>
                </p14:cNvPr>
                <p14:cNvContentPartPr/>
                <p14:nvPr/>
              </p14:nvContentPartPr>
              <p14:xfrm>
                <a:off x="5263242" y="4214459"/>
                <a:ext cx="698040" cy="534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687A94-AB05-720C-E62E-0BAD01BE25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57122" y="4208339"/>
                  <a:ext cx="71028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2164786-DBB2-8EEE-FE2F-F9D08EF8D88F}"/>
                    </a:ext>
                  </a:extLst>
                </p14:cNvPr>
                <p14:cNvContentPartPr/>
                <p14:nvPr/>
              </p14:nvContentPartPr>
              <p14:xfrm>
                <a:off x="5148402" y="4764179"/>
                <a:ext cx="92160" cy="30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2164786-DBB2-8EEE-FE2F-F9D08EF8D8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42282" y="4758059"/>
                  <a:ext cx="104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DC684B0-CE0B-C15A-B5C7-B3B731E84B35}"/>
                    </a:ext>
                  </a:extLst>
                </p14:cNvPr>
                <p14:cNvContentPartPr/>
                <p14:nvPr/>
              </p14:nvContentPartPr>
              <p14:xfrm>
                <a:off x="5232642" y="4721339"/>
                <a:ext cx="121320" cy="40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DC684B0-CE0B-C15A-B5C7-B3B731E84B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26522" y="4715219"/>
                  <a:ext cx="13356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E937D0A-4A2D-4416-184B-3B07EE5CE387}"/>
                  </a:ext>
                </a:extLst>
              </p14:cNvPr>
              <p14:cNvContentPartPr/>
              <p14:nvPr/>
            </p14:nvContentPartPr>
            <p14:xfrm>
              <a:off x="1659282" y="6600179"/>
              <a:ext cx="8280" cy="560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E937D0A-4A2D-4416-184B-3B07EE5CE38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53162" y="6594059"/>
                <a:ext cx="20520" cy="572760"/>
              </a:xfrm>
              <a:prstGeom prst="rect">
                <a:avLst/>
              </a:prstGeom>
            </p:spPr>
          </p:pic>
        </mc:Fallback>
      </mc:AlternateContent>
      <p:pic>
        <p:nvPicPr>
          <p:cNvPr id="43" name="Picture 5">
            <a:extLst>
              <a:ext uri="{FF2B5EF4-FFF2-40B4-BE49-F238E27FC236}">
                <a16:creationId xmlns:a16="http://schemas.microsoft.com/office/drawing/2014/main" id="{19281043-A15C-3181-E3E2-C1F38E7FE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770" y="5454787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9EF0581-B2FD-B1AE-76B6-43C252B74BAE}"/>
                  </a:ext>
                </a:extLst>
              </p14:cNvPr>
              <p14:cNvContentPartPr/>
              <p14:nvPr/>
            </p14:nvContentPartPr>
            <p14:xfrm>
              <a:off x="3391772" y="5928366"/>
              <a:ext cx="8640" cy="1252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9EF0581-B2FD-B1AE-76B6-43C252B74B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5652" y="5922246"/>
                <a:ext cx="20880" cy="12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A6AE177-77BB-F80B-6BAA-2F92290613E2}"/>
                  </a:ext>
                </a:extLst>
              </p14:cNvPr>
              <p14:cNvContentPartPr/>
              <p14:nvPr/>
            </p14:nvContentPartPr>
            <p14:xfrm>
              <a:off x="3578702" y="6642846"/>
              <a:ext cx="857880" cy="5108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A6AE177-77BB-F80B-6BAA-2F92290613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72582" y="6636726"/>
                <a:ext cx="870120" cy="52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9B4F77BF-2CE5-D295-251E-F248DCF2A88F}"/>
              </a:ext>
            </a:extLst>
          </p:cNvPr>
          <p:cNvGrpSpPr/>
          <p:nvPr/>
        </p:nvGrpSpPr>
        <p:grpSpPr>
          <a:xfrm>
            <a:off x="4692809" y="5918754"/>
            <a:ext cx="812880" cy="580320"/>
            <a:chOff x="5148402" y="4214459"/>
            <a:chExt cx="81288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BF62ADA-8D4A-90E4-36ED-EC1D3701240E}"/>
                    </a:ext>
                  </a:extLst>
                </p14:cNvPr>
                <p14:cNvContentPartPr/>
                <p14:nvPr/>
              </p14:nvContentPartPr>
              <p14:xfrm>
                <a:off x="5263242" y="4214459"/>
                <a:ext cx="698040" cy="534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BF62ADA-8D4A-90E4-36ED-EC1D370124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57122" y="4208339"/>
                  <a:ext cx="71028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010A242-1547-79CD-16B1-323DF90AC513}"/>
                    </a:ext>
                  </a:extLst>
                </p14:cNvPr>
                <p14:cNvContentPartPr/>
                <p14:nvPr/>
              </p14:nvContentPartPr>
              <p14:xfrm>
                <a:off x="5148402" y="4764179"/>
                <a:ext cx="92160" cy="30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010A242-1547-79CD-16B1-323DF90AC5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42282" y="4758059"/>
                  <a:ext cx="104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D6B7FB-5B20-995A-0780-02B60D22C00A}"/>
                    </a:ext>
                  </a:extLst>
                </p14:cNvPr>
                <p14:cNvContentPartPr/>
                <p14:nvPr/>
              </p14:nvContentPartPr>
              <p14:xfrm>
                <a:off x="5232642" y="4721339"/>
                <a:ext cx="121320" cy="40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D6B7FB-5B20-995A-0780-02B60D22C0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26522" y="4715219"/>
                  <a:ext cx="13356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D6BB520-3F0A-193B-35E2-74E0E0544F04}"/>
                  </a:ext>
                </a:extLst>
              </p14:cNvPr>
              <p14:cNvContentPartPr/>
              <p14:nvPr/>
            </p14:nvContentPartPr>
            <p14:xfrm>
              <a:off x="4486052" y="6632836"/>
              <a:ext cx="8280" cy="560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D6BB520-3F0A-193B-35E2-74E0E0544F0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479932" y="6626716"/>
                <a:ext cx="2052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CB149D5-7D80-D4FD-BCDF-DFCA219D2823}"/>
                  </a:ext>
                </a:extLst>
              </p14:cNvPr>
              <p14:cNvContentPartPr/>
              <p14:nvPr/>
            </p14:nvContentPartPr>
            <p14:xfrm>
              <a:off x="5609202" y="5916539"/>
              <a:ext cx="55440" cy="1236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CB149D5-7D80-D4FD-BCDF-DFCA219D282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03082" y="5910419"/>
                <a:ext cx="67680" cy="12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C689175-F0CF-E8EB-E695-46CBFCD23C7B}"/>
                  </a:ext>
                </a:extLst>
              </p14:cNvPr>
              <p14:cNvContentPartPr/>
              <p14:nvPr/>
            </p14:nvContentPartPr>
            <p14:xfrm>
              <a:off x="3164802" y="5454659"/>
              <a:ext cx="3007440" cy="26539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C689175-F0CF-E8EB-E695-46CBFCD23C7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158682" y="5448539"/>
                <a:ext cx="3019680" cy="2666160"/>
              </a:xfrm>
              <a:prstGeom prst="rect">
                <a:avLst/>
              </a:prstGeom>
            </p:spPr>
          </p:pic>
        </mc:Fallback>
      </mc:AlternateContent>
      <p:sp>
        <p:nvSpPr>
          <p:cNvPr id="2054" name="TextBox 2053">
            <a:extLst>
              <a:ext uri="{FF2B5EF4-FFF2-40B4-BE49-F238E27FC236}">
                <a16:creationId xmlns:a16="http://schemas.microsoft.com/office/drawing/2014/main" id="{42FAFC96-6E67-8F0C-D3BA-7A5350336B4C}"/>
              </a:ext>
            </a:extLst>
          </p:cNvPr>
          <p:cNvSpPr txBox="1"/>
          <p:nvPr/>
        </p:nvSpPr>
        <p:spPr>
          <a:xfrm>
            <a:off x="3643050" y="7501875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 dirty="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 dirty="0"/>
              <a:t>Show the weights in order and the steps.</a:t>
            </a:r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16" y="14478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87672A4D-893A-1223-0E7F-7E2AFC38D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472133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8A0336-F28B-55B1-A68F-DBF6BB340191}"/>
                  </a:ext>
                </a:extLst>
              </p14:cNvPr>
              <p14:cNvContentPartPr/>
              <p14:nvPr/>
            </p14:nvContentPartPr>
            <p14:xfrm>
              <a:off x="3457482" y="2563859"/>
              <a:ext cx="876960" cy="548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8A0336-F28B-55B1-A68F-DBF6BB3401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51362" y="2557739"/>
                <a:ext cx="889200" cy="56088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5">
            <a:extLst>
              <a:ext uri="{FF2B5EF4-FFF2-40B4-BE49-F238E27FC236}">
                <a16:creationId xmlns:a16="http://schemas.microsoft.com/office/drawing/2014/main" id="{E5E89655-9416-86B8-01E3-B456D2210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33" y="3581714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0F8FFFD-2FBC-FC49-ED36-7083689E2D34}"/>
                  </a:ext>
                </a:extLst>
              </p14:cNvPr>
              <p14:cNvContentPartPr/>
              <p14:nvPr/>
            </p14:nvContentPartPr>
            <p14:xfrm>
              <a:off x="662815" y="4673440"/>
              <a:ext cx="876960" cy="548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0F8FFFD-2FBC-FC49-ED36-7083689E2D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6695" y="4667320"/>
                <a:ext cx="889200" cy="5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DFEA6D5-6A92-7846-9E54-2D32F4EF55CE}"/>
                  </a:ext>
                </a:extLst>
              </p14:cNvPr>
              <p14:cNvContentPartPr/>
              <p14:nvPr/>
            </p14:nvContentPartPr>
            <p14:xfrm>
              <a:off x="3926202" y="4733219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DFEA6D5-6A92-7846-9E54-2D32F4EF55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20082" y="472709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772F61E-3206-CBDE-8BFB-FBF64A7282A2}"/>
                  </a:ext>
                </a:extLst>
              </p14:cNvPr>
              <p14:cNvContentPartPr/>
              <p14:nvPr/>
            </p14:nvContentPartPr>
            <p14:xfrm>
              <a:off x="1851882" y="4027619"/>
              <a:ext cx="764640" cy="560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772F61E-3206-CBDE-8BFB-FBF64A7282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45762" y="4021499"/>
                <a:ext cx="776880" cy="5724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5">
            <a:extLst>
              <a:ext uri="{FF2B5EF4-FFF2-40B4-BE49-F238E27FC236}">
                <a16:creationId xmlns:a16="http://schemas.microsoft.com/office/drawing/2014/main" id="{9F07C72D-C768-13C9-539C-184A16588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255" y="3581714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A14DB24-8D53-FF96-E0A3-77B65A9594C7}"/>
                  </a:ext>
                </a:extLst>
              </p14:cNvPr>
              <p14:cNvContentPartPr/>
              <p14:nvPr/>
            </p14:nvContentPartPr>
            <p14:xfrm>
              <a:off x="3507537" y="4673440"/>
              <a:ext cx="876960" cy="54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A14DB24-8D53-FF96-E0A3-77B65A9594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1417" y="4667320"/>
                <a:ext cx="889200" cy="5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EEC5637-0993-EF11-0E88-DFE38480949E}"/>
                  </a:ext>
                </a:extLst>
              </p14:cNvPr>
              <p14:cNvContentPartPr/>
              <p14:nvPr/>
            </p14:nvContentPartPr>
            <p14:xfrm>
              <a:off x="4696604" y="4027619"/>
              <a:ext cx="764640" cy="560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EEC5637-0993-EF11-0E88-DFE3848094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90484" y="4021499"/>
                <a:ext cx="776880" cy="5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3A120A0-0CE2-5626-B9D6-A07BA6A00261}"/>
                  </a:ext>
                </a:extLst>
              </p14:cNvPr>
              <p14:cNvContentPartPr/>
              <p14:nvPr/>
            </p14:nvContentPartPr>
            <p14:xfrm>
              <a:off x="3326802" y="4018619"/>
              <a:ext cx="55080" cy="1267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3A120A0-0CE2-5626-B9D6-A07BA6A0026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20682" y="4012499"/>
                <a:ext cx="67320" cy="127944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5">
            <a:extLst>
              <a:ext uri="{FF2B5EF4-FFF2-40B4-BE49-F238E27FC236}">
                <a16:creationId xmlns:a16="http://schemas.microsoft.com/office/drawing/2014/main" id="{A5A81A51-391F-D579-3A8C-950A2F0AE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66" y="5712194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8393C93-21FC-FFCC-CD63-90EC2636CD3E}"/>
                  </a:ext>
                </a:extLst>
              </p14:cNvPr>
              <p14:cNvContentPartPr/>
              <p14:nvPr/>
            </p14:nvContentPartPr>
            <p14:xfrm>
              <a:off x="687148" y="6803920"/>
              <a:ext cx="876960" cy="548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8393C93-21FC-FFCC-CD63-90EC2636CD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1028" y="6797800"/>
                <a:ext cx="889200" cy="5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CC59984-4758-9A1F-10D9-04D39CA9F862}"/>
                  </a:ext>
                </a:extLst>
              </p14:cNvPr>
              <p14:cNvContentPartPr/>
              <p14:nvPr/>
            </p14:nvContentPartPr>
            <p14:xfrm>
              <a:off x="1876215" y="6158099"/>
              <a:ext cx="764640" cy="560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CC59984-4758-9A1F-10D9-04D39CA9F8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70095" y="6151979"/>
                <a:ext cx="776880" cy="5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54BDA90-3658-19A8-0218-0A7C33C4697D}"/>
                  </a:ext>
                </a:extLst>
              </p14:cNvPr>
              <p14:cNvContentPartPr/>
              <p14:nvPr/>
            </p14:nvContentPartPr>
            <p14:xfrm>
              <a:off x="1834242" y="6841019"/>
              <a:ext cx="33120" cy="620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54BDA90-3658-19A8-0218-0A7C33C4697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28122" y="6834899"/>
                <a:ext cx="4536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F8D1672-AC80-FA6A-54CE-6A10935B0D7F}"/>
                  </a:ext>
                </a:extLst>
              </p14:cNvPr>
              <p14:cNvContentPartPr/>
              <p14:nvPr/>
            </p14:nvContentPartPr>
            <p14:xfrm>
              <a:off x="6246922" y="7555619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F8D1672-AC80-FA6A-54CE-6A10935B0D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40802" y="754949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5FDEF86-5247-1FFE-5FDE-D5F027ABEDD5}"/>
                  </a:ext>
                </a:extLst>
              </p14:cNvPr>
              <p14:cNvContentPartPr/>
              <p14:nvPr/>
            </p14:nvContentPartPr>
            <p14:xfrm>
              <a:off x="5647522" y="6841019"/>
              <a:ext cx="55080" cy="1267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5FDEF86-5247-1FFE-5FDE-D5F027ABEDD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41402" y="6834899"/>
                <a:ext cx="67320" cy="1279440"/>
              </a:xfrm>
              <a:prstGeom prst="rect">
                <a:avLst/>
              </a:prstGeom>
            </p:spPr>
          </p:pic>
        </mc:Fallback>
      </mc:AlternateContent>
      <p:pic>
        <p:nvPicPr>
          <p:cNvPr id="42" name="Picture 5">
            <a:extLst>
              <a:ext uri="{FF2B5EF4-FFF2-40B4-BE49-F238E27FC236}">
                <a16:creationId xmlns:a16="http://schemas.microsoft.com/office/drawing/2014/main" id="{ADFEBEA8-C977-4F20-5713-4A194F6BC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475" y="57766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D986F7A-BEA0-12C3-A302-71E90C2D9BB9}"/>
                  </a:ext>
                </a:extLst>
              </p14:cNvPr>
              <p14:cNvContentPartPr/>
              <p14:nvPr/>
            </p14:nvContentPartPr>
            <p14:xfrm>
              <a:off x="3332477" y="6250179"/>
              <a:ext cx="8640" cy="12524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D986F7A-BEA0-12C3-A302-71E90C2D9BB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26357" y="6244059"/>
                <a:ext cx="20880" cy="12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C93A683-7C3A-87C1-7B33-4E1E04FF8A48}"/>
                  </a:ext>
                </a:extLst>
              </p14:cNvPr>
              <p14:cNvContentPartPr/>
              <p14:nvPr/>
            </p14:nvContentPartPr>
            <p14:xfrm>
              <a:off x="3519407" y="6964659"/>
              <a:ext cx="857880" cy="5108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C93A683-7C3A-87C1-7B33-4E1E04FF8A4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13287" y="6958539"/>
                <a:ext cx="870120" cy="52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332B83F4-E869-4DB6-2ED5-00F259BFDDF0}"/>
              </a:ext>
            </a:extLst>
          </p:cNvPr>
          <p:cNvGrpSpPr/>
          <p:nvPr/>
        </p:nvGrpSpPr>
        <p:grpSpPr>
          <a:xfrm>
            <a:off x="4633514" y="6240567"/>
            <a:ext cx="812880" cy="580320"/>
            <a:chOff x="5148402" y="4214459"/>
            <a:chExt cx="81288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A2F032B-B5FF-CD28-F7ED-BA4B563C3C80}"/>
                    </a:ext>
                  </a:extLst>
                </p14:cNvPr>
                <p14:cNvContentPartPr/>
                <p14:nvPr/>
              </p14:nvContentPartPr>
              <p14:xfrm>
                <a:off x="5263242" y="4214459"/>
                <a:ext cx="698040" cy="534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A2F032B-B5FF-CD28-F7ED-BA4B563C3C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57122" y="4208339"/>
                  <a:ext cx="71028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70FFFC8-CEB1-CA22-3AB8-513ED51C7ED9}"/>
                    </a:ext>
                  </a:extLst>
                </p14:cNvPr>
                <p14:cNvContentPartPr/>
                <p14:nvPr/>
              </p14:nvContentPartPr>
              <p14:xfrm>
                <a:off x="5148402" y="4764179"/>
                <a:ext cx="92160" cy="30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70FFFC8-CEB1-CA22-3AB8-513ED51C7E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2282" y="4758059"/>
                  <a:ext cx="104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1290743-7805-9399-3EBA-E97114583E6F}"/>
                    </a:ext>
                  </a:extLst>
                </p14:cNvPr>
                <p14:cNvContentPartPr/>
                <p14:nvPr/>
              </p14:nvContentPartPr>
              <p14:xfrm>
                <a:off x="5232642" y="4721339"/>
                <a:ext cx="121320" cy="40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1290743-7805-9399-3EBA-E97114583E6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26522" y="4715219"/>
                  <a:ext cx="13356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9C1234C-7388-D2D0-D8BC-C60DDFEE60A1}"/>
                  </a:ext>
                </a:extLst>
              </p14:cNvPr>
              <p14:cNvContentPartPr/>
              <p14:nvPr/>
            </p14:nvContentPartPr>
            <p14:xfrm>
              <a:off x="4426757" y="6954649"/>
              <a:ext cx="8280" cy="5605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9C1234C-7388-D2D0-D8BC-C60DDFEE60A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20637" y="6948529"/>
                <a:ext cx="2052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4B28581-F3C5-1D01-C821-E6683DDBB745}"/>
                  </a:ext>
                </a:extLst>
              </p14:cNvPr>
              <p14:cNvContentPartPr/>
              <p14:nvPr/>
            </p14:nvContentPartPr>
            <p14:xfrm>
              <a:off x="5549907" y="6238352"/>
              <a:ext cx="55440" cy="1236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4B28581-F3C5-1D01-C821-E6683DDBB74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43787" y="6232232"/>
                <a:ext cx="67680" cy="12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713CE73-4AF6-333F-2E60-1A8CBE51E305}"/>
                  </a:ext>
                </a:extLst>
              </p14:cNvPr>
              <p14:cNvContentPartPr/>
              <p14:nvPr/>
            </p14:nvContentPartPr>
            <p14:xfrm>
              <a:off x="3105507" y="5776472"/>
              <a:ext cx="3007440" cy="26539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713CE73-4AF6-333F-2E60-1A8CBE51E30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99387" y="5770352"/>
                <a:ext cx="3019680" cy="2666160"/>
              </a:xfrm>
              <a:prstGeom prst="rect">
                <a:avLst/>
              </a:prstGeom>
            </p:spPr>
          </p:pic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38655326-92A3-B097-810F-1B836788D589}"/>
              </a:ext>
            </a:extLst>
          </p:cNvPr>
          <p:cNvSpPr txBox="1"/>
          <p:nvPr/>
        </p:nvSpPr>
        <p:spPr>
          <a:xfrm>
            <a:off x="3583755" y="7823688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5715000" cy="35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Minneapolis/St. Paul as the source vertex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C53ED3-45E5-F646-019D-A458217A4417}"/>
                  </a:ext>
                </a:extLst>
              </p14:cNvPr>
              <p14:cNvContentPartPr/>
              <p14:nvPr/>
            </p14:nvContentPartPr>
            <p14:xfrm>
              <a:off x="3941682" y="611633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C53ED3-45E5-F646-019D-A458217A44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5562" y="611021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 descr="08">
            <a:extLst>
              <a:ext uri="{FF2B5EF4-FFF2-40B4-BE49-F238E27FC236}">
                <a16:creationId xmlns:a16="http://schemas.microsoft.com/office/drawing/2014/main" id="{DE9C6FDC-51D6-4D94-0C1C-FF81F7C34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181600"/>
            <a:ext cx="5715000" cy="35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2F0EF7D-8E33-7712-EFF3-80BC65512DC1}"/>
                  </a:ext>
                </a:extLst>
              </p14:cNvPr>
              <p14:cNvContentPartPr/>
              <p14:nvPr/>
            </p14:nvContentPartPr>
            <p14:xfrm>
              <a:off x="3680682" y="6682979"/>
              <a:ext cx="560160" cy="12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2F0EF7D-8E33-7712-EFF3-80BC65512D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74562" y="6676859"/>
                <a:ext cx="57240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F3A278E-3C73-47D0-1715-6D70815549B2}"/>
                  </a:ext>
                </a:extLst>
              </p14:cNvPr>
              <p14:cNvContentPartPr/>
              <p14:nvPr/>
            </p14:nvContentPartPr>
            <p14:xfrm>
              <a:off x="4210602" y="6723299"/>
              <a:ext cx="181800" cy="670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F3A278E-3C73-47D0-1715-6D70815549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04482" y="6717179"/>
                <a:ext cx="194040" cy="68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3DFFD39-F6FA-6212-0CE0-A6D8FF56AD04}"/>
              </a:ext>
            </a:extLst>
          </p:cNvPr>
          <p:cNvGrpSpPr/>
          <p:nvPr/>
        </p:nvGrpSpPr>
        <p:grpSpPr>
          <a:xfrm>
            <a:off x="1987602" y="5663099"/>
            <a:ext cx="3964320" cy="2750040"/>
            <a:chOff x="1987602" y="5663099"/>
            <a:chExt cx="3964320" cy="275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16794DC-5B9C-FA81-A077-53513E0EBB29}"/>
                    </a:ext>
                  </a:extLst>
                </p14:cNvPr>
                <p14:cNvContentPartPr/>
                <p14:nvPr/>
              </p14:nvContentPartPr>
              <p14:xfrm>
                <a:off x="1987602" y="5663099"/>
                <a:ext cx="456120" cy="1221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16794DC-5B9C-FA81-A077-53513E0EBB2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81482" y="5656979"/>
                  <a:ext cx="468360" cy="12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547FFEC-7392-6AF0-21DF-5739B91653F4}"/>
                    </a:ext>
                  </a:extLst>
                </p14:cNvPr>
                <p14:cNvContentPartPr/>
                <p14:nvPr/>
              </p14:nvContentPartPr>
              <p14:xfrm>
                <a:off x="2481882" y="5678579"/>
                <a:ext cx="1041840" cy="1078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547FFEC-7392-6AF0-21DF-5739B91653F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75762" y="5672459"/>
                  <a:ext cx="1054080" cy="10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1C632EC-99D6-6BE2-4CC9-468FBDBEDE5F}"/>
                    </a:ext>
                  </a:extLst>
                </p14:cNvPr>
                <p14:cNvContentPartPr/>
                <p14:nvPr/>
              </p14:nvContentPartPr>
              <p14:xfrm>
                <a:off x="3152202" y="7345739"/>
                <a:ext cx="1173960" cy="1067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1C632EC-99D6-6BE2-4CC9-468FBDBEDE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46082" y="7339619"/>
                  <a:ext cx="1186200" cy="10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9EC8651-0074-FC9C-5D28-51D91E54809C}"/>
                    </a:ext>
                  </a:extLst>
                </p14:cNvPr>
                <p14:cNvContentPartPr/>
                <p14:nvPr/>
              </p14:nvContentPartPr>
              <p14:xfrm>
                <a:off x="4402842" y="6838139"/>
                <a:ext cx="1549080" cy="516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9EC8651-0074-FC9C-5D28-51D91E54809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96722" y="6832019"/>
                  <a:ext cx="1561320" cy="528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3962400" cy="2492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5B4056-2FB5-9AD9-84B9-B027E5605AB4}"/>
              </a:ext>
            </a:extLst>
          </p:cNvPr>
          <p:cNvSpPr txBox="1"/>
          <p:nvPr/>
        </p:nvSpPr>
        <p:spPr>
          <a:xfrm>
            <a:off x="234185" y="3733800"/>
            <a:ext cx="630172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Starting </a:t>
            </a:r>
            <a:r>
              <a:rPr lang="en-US" sz="1800" dirty="0" err="1"/>
              <a:t>predCounts</a:t>
            </a:r>
            <a:r>
              <a:rPr lang="en-US" sz="1800" dirty="0"/>
              <a:t>: [0:0, 1:1, 2:1, 3:3, 4:3, 5:2, 6:2, 7:0, 8:2, 9:2]</a:t>
            </a:r>
          </a:p>
          <a:p>
            <a:endParaRPr lang="en-US" sz="1800" dirty="0"/>
          </a:p>
          <a:p>
            <a:r>
              <a:rPr lang="en-US" sz="1800" dirty="0"/>
              <a:t>Current Queue: [0, 7]</a:t>
            </a:r>
          </a:p>
          <a:p>
            <a:r>
              <a:rPr lang="en-US" sz="1800" dirty="0"/>
              <a:t>Processing: 0</a:t>
            </a:r>
          </a:p>
          <a:p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1 (New count: 0)</a:t>
            </a:r>
          </a:p>
          <a:p>
            <a:r>
              <a:rPr lang="en-US" sz="1800" dirty="0"/>
              <a:t>	-&gt; 1 hit 0 </a:t>
            </a:r>
            <a:r>
              <a:rPr lang="en-US" sz="1800" dirty="0" err="1"/>
              <a:t>predCount</a:t>
            </a:r>
            <a:r>
              <a:rPr lang="en-US" sz="1800" dirty="0"/>
              <a:t>. Adding to queue.</a:t>
            </a:r>
          </a:p>
          <a:p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5 (New count: 1)</a:t>
            </a:r>
          </a:p>
          <a:p>
            <a:r>
              <a:rPr lang="en-US" sz="1800" dirty="0"/>
              <a:t>Current </a:t>
            </a:r>
            <a:r>
              <a:rPr lang="en-US" sz="1800" dirty="0" err="1"/>
              <a:t>predCounts</a:t>
            </a:r>
            <a:r>
              <a:rPr lang="en-US" sz="1800" dirty="0"/>
              <a:t>: [0:0, 1:0, 2:1, 3:3, 4:3, 5:1, 6:2, 7:0, 8:2, 9:2]</a:t>
            </a:r>
          </a:p>
          <a:p>
            <a:endParaRPr lang="en-US" sz="1800" dirty="0"/>
          </a:p>
          <a:p>
            <a:r>
              <a:rPr lang="en-US" sz="1800" dirty="0"/>
              <a:t>Current Queue: [7, 1]</a:t>
            </a:r>
          </a:p>
          <a:p>
            <a:r>
              <a:rPr lang="en-US" sz="1800" dirty="0"/>
              <a:t>Processing: 7</a:t>
            </a:r>
          </a:p>
          <a:p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4 (New count: 2)</a:t>
            </a:r>
          </a:p>
          <a:p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6 (New count: 1)</a:t>
            </a:r>
          </a:p>
          <a:p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9 (New count: 1)</a:t>
            </a:r>
          </a:p>
          <a:p>
            <a:r>
              <a:rPr lang="en-US" sz="1800" dirty="0"/>
              <a:t>Current </a:t>
            </a:r>
            <a:r>
              <a:rPr lang="en-US" sz="1800" dirty="0" err="1"/>
              <a:t>predCounts</a:t>
            </a:r>
            <a:r>
              <a:rPr lang="en-US" sz="1800" dirty="0"/>
              <a:t>: [0:0, 1:0, 2:1, 3:3, 4:2, 5:1, 6:1, 7:0, 8:2, 9:1]</a:t>
            </a:r>
          </a:p>
          <a:p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3CDE9-D2CA-531D-0E21-0D56FB4C6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"/>
            <a:ext cx="6858000" cy="9067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Current Queue: [1]</a:t>
            </a:r>
          </a:p>
          <a:p>
            <a:pPr marL="0" indent="0">
              <a:buNone/>
            </a:pPr>
            <a:r>
              <a:rPr lang="en-US" sz="1800" dirty="0"/>
              <a:t>Processing: 1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2 (New count: 0)</a:t>
            </a:r>
          </a:p>
          <a:p>
            <a:pPr marL="0" indent="0">
              <a:buNone/>
            </a:pPr>
            <a:r>
              <a:rPr lang="en-US" sz="1800" dirty="0"/>
              <a:t>	-&gt; 2 hit 0 </a:t>
            </a:r>
            <a:r>
              <a:rPr lang="en-US" sz="1800" dirty="0" err="1"/>
              <a:t>predCount</a:t>
            </a:r>
            <a:r>
              <a:rPr lang="en-US" sz="1800" dirty="0"/>
              <a:t>. Adding to queue.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3 (New count: 2)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4 (New count: 1)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5 (New count: 0)</a:t>
            </a:r>
          </a:p>
          <a:p>
            <a:pPr marL="0" indent="0">
              <a:buNone/>
            </a:pPr>
            <a:r>
              <a:rPr lang="en-US" sz="1800" dirty="0"/>
              <a:t>	-&gt; 5 hit 0 </a:t>
            </a:r>
            <a:r>
              <a:rPr lang="en-US" sz="1800" dirty="0" err="1"/>
              <a:t>predCount</a:t>
            </a:r>
            <a:r>
              <a:rPr lang="en-US" sz="1800" dirty="0"/>
              <a:t>. Adding to queue.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6 (New count: 0)</a:t>
            </a:r>
          </a:p>
          <a:p>
            <a:pPr marL="0" indent="0">
              <a:buNone/>
            </a:pPr>
            <a:r>
              <a:rPr lang="en-US" sz="1800" dirty="0"/>
              <a:t>	-&gt; 6 hit 0 </a:t>
            </a:r>
            <a:r>
              <a:rPr lang="en-US" sz="1800" dirty="0" err="1"/>
              <a:t>predCount</a:t>
            </a:r>
            <a:r>
              <a:rPr lang="en-US" sz="1800" dirty="0"/>
              <a:t>. Adding to queue.</a:t>
            </a:r>
          </a:p>
          <a:p>
            <a:pPr marL="0" indent="0">
              <a:buNone/>
            </a:pPr>
            <a:r>
              <a:rPr lang="en-US" sz="1800" dirty="0"/>
              <a:t>Current </a:t>
            </a:r>
            <a:r>
              <a:rPr lang="en-US" sz="1800" dirty="0" err="1"/>
              <a:t>predCounts</a:t>
            </a:r>
            <a:r>
              <a:rPr lang="en-US" sz="1800" dirty="0"/>
              <a:t>: [0:0, 1:0, 2:0, 3:2, 4:1, 5:0, 6:0, 7:0, 8:2, 9:1]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Current Queue: [2, 5, 6]</a:t>
            </a:r>
          </a:p>
          <a:p>
            <a:pPr marL="0" indent="0">
              <a:buNone/>
            </a:pPr>
            <a:r>
              <a:rPr lang="en-US" sz="1800" dirty="0"/>
              <a:t>Processing: 2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4 (New count: 0)</a:t>
            </a:r>
          </a:p>
          <a:p>
            <a:pPr marL="0" indent="0">
              <a:buNone/>
            </a:pPr>
            <a:r>
              <a:rPr lang="en-US" sz="1800" dirty="0"/>
              <a:t>	-&gt; 4 hit 0 </a:t>
            </a:r>
            <a:r>
              <a:rPr lang="en-US" sz="1800" dirty="0" err="1"/>
              <a:t>predCount</a:t>
            </a:r>
            <a:r>
              <a:rPr lang="en-US" sz="1800" dirty="0"/>
              <a:t>. Adding to queue.</a:t>
            </a:r>
          </a:p>
          <a:p>
            <a:pPr marL="0" indent="0">
              <a:buNone/>
            </a:pPr>
            <a:r>
              <a:rPr lang="en-US" sz="1800" dirty="0"/>
              <a:t>Current </a:t>
            </a:r>
            <a:r>
              <a:rPr lang="en-US" sz="1800" dirty="0" err="1"/>
              <a:t>predCounts</a:t>
            </a:r>
            <a:r>
              <a:rPr lang="en-US" sz="1800" dirty="0"/>
              <a:t>: [0:0, 1:0, 2:0, 3:2, 4:0, 5:0, 6:0, 7:0, 8:2, 9:1]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Current Queue: [5, 6, 4]</a:t>
            </a:r>
          </a:p>
          <a:p>
            <a:pPr marL="0" indent="0">
              <a:buNone/>
            </a:pPr>
            <a:r>
              <a:rPr lang="en-US" sz="1800" dirty="0"/>
              <a:t>Processing: 5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8 (New count: 1)</a:t>
            </a:r>
          </a:p>
          <a:p>
            <a:pPr marL="0" indent="0">
              <a:buNone/>
            </a:pPr>
            <a:r>
              <a:rPr lang="en-US" sz="1800" dirty="0"/>
              <a:t>Current </a:t>
            </a:r>
            <a:r>
              <a:rPr lang="en-US" sz="1800" dirty="0" err="1"/>
              <a:t>predCounts</a:t>
            </a:r>
            <a:r>
              <a:rPr lang="en-US" sz="1800" dirty="0"/>
              <a:t>: [0:0, 1:0, 2:0, 3:2, 4:0, 5:0, 6:0, 7:0, 8:1, 9:1]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Current Queue: [6, 4]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87607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ED2D6-6D86-41DA-BD6D-E6B4FC599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700" y="0"/>
            <a:ext cx="6870700" cy="5486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Processing: 6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3 (New count: 1)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8 (New count: 0)</a:t>
            </a:r>
          </a:p>
          <a:p>
            <a:pPr marL="0" indent="0">
              <a:buNone/>
            </a:pPr>
            <a:r>
              <a:rPr lang="en-US" sz="1800" dirty="0"/>
              <a:t>	-&gt; 8 hit 0 </a:t>
            </a:r>
            <a:r>
              <a:rPr lang="en-US" sz="1800" dirty="0" err="1"/>
              <a:t>predCount</a:t>
            </a:r>
            <a:r>
              <a:rPr lang="en-US" sz="1800" dirty="0"/>
              <a:t>. Adding to queue.</a:t>
            </a:r>
          </a:p>
          <a:p>
            <a:pPr marL="0" indent="0">
              <a:buNone/>
            </a:pPr>
            <a:r>
              <a:rPr lang="en-US" sz="1800" dirty="0"/>
              <a:t>Current </a:t>
            </a:r>
            <a:r>
              <a:rPr lang="en-US" sz="1800" dirty="0" err="1"/>
              <a:t>predCounts</a:t>
            </a:r>
            <a:r>
              <a:rPr lang="en-US" sz="1800" dirty="0"/>
              <a:t>: [0:0, 1:0, 2:0, 3:1, 4:0, 5:0, 6:0, 7:0, 8:0, 9:1]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Current Queue: [4, 8]</a:t>
            </a:r>
          </a:p>
          <a:p>
            <a:pPr marL="0" indent="0">
              <a:buNone/>
            </a:pPr>
            <a:r>
              <a:rPr lang="en-US" sz="1800" dirty="0"/>
              <a:t>Processing: 4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3 (New count: 0)</a:t>
            </a:r>
          </a:p>
          <a:p>
            <a:pPr marL="0" indent="0">
              <a:buNone/>
            </a:pPr>
            <a:r>
              <a:rPr lang="en-US" sz="1800" dirty="0"/>
              <a:t>	-&gt; 3 hit 0 </a:t>
            </a:r>
            <a:r>
              <a:rPr lang="en-US" sz="1800" dirty="0" err="1"/>
              <a:t>predCount</a:t>
            </a:r>
            <a:r>
              <a:rPr lang="en-US" sz="1800" dirty="0"/>
              <a:t>. Adding to queue.</a:t>
            </a:r>
          </a:p>
          <a:p>
            <a:pPr marL="0" indent="0">
              <a:buNone/>
            </a:pPr>
            <a:r>
              <a:rPr lang="en-US" sz="1800" dirty="0"/>
              <a:t>Current </a:t>
            </a:r>
            <a:r>
              <a:rPr lang="en-US" sz="1800" dirty="0" err="1"/>
              <a:t>predCounts</a:t>
            </a:r>
            <a:r>
              <a:rPr lang="en-US" sz="1800" dirty="0"/>
              <a:t>: [0:0, 1:0, 2:0, 3:0, 4:0, 5:0, 6:0, 7:0, 8:0, 9:1]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Current Queue: [8, 3]</a:t>
            </a:r>
          </a:p>
          <a:p>
            <a:pPr marL="0" indent="0">
              <a:buNone/>
            </a:pPr>
            <a:r>
              <a:rPr lang="en-US" sz="1800" dirty="0"/>
              <a:t>Processing: 8</a:t>
            </a:r>
          </a:p>
          <a:p>
            <a:pPr marL="0" indent="0">
              <a:buNone/>
            </a:pPr>
            <a:r>
              <a:rPr lang="en-US" sz="1800" dirty="0"/>
              <a:t>	-&gt; Decrementing </a:t>
            </a:r>
            <a:r>
              <a:rPr lang="en-US" sz="1800" dirty="0" err="1"/>
              <a:t>predCount</a:t>
            </a:r>
            <a:r>
              <a:rPr lang="en-US" sz="1800" dirty="0"/>
              <a:t> for 9 (New count: 0)</a:t>
            </a:r>
          </a:p>
          <a:p>
            <a:pPr marL="0" indent="0">
              <a:buNone/>
            </a:pPr>
            <a:r>
              <a:rPr lang="en-US" sz="1800" dirty="0"/>
              <a:t>	-&gt; 9 hit 0 </a:t>
            </a:r>
            <a:r>
              <a:rPr lang="en-US" sz="1800" dirty="0" err="1"/>
              <a:t>predCount</a:t>
            </a:r>
            <a:r>
              <a:rPr lang="en-US" sz="1800" dirty="0"/>
              <a:t>. Adding to queue.</a:t>
            </a:r>
          </a:p>
          <a:p>
            <a:pPr marL="0" indent="0">
              <a:buNone/>
            </a:pPr>
            <a:r>
              <a:rPr lang="en-US" sz="1800" dirty="0"/>
              <a:t>Current </a:t>
            </a:r>
            <a:r>
              <a:rPr lang="en-US" sz="1800" dirty="0" err="1"/>
              <a:t>predCounts</a:t>
            </a:r>
            <a:r>
              <a:rPr lang="en-US" sz="1800" dirty="0"/>
              <a:t>: [0:0, 1:0, 2:0, 3:0, 4:0, 5:0, 6:0, 7:0, 8:0, 9:0]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Current Queue: [3, 9]</a:t>
            </a:r>
          </a:p>
          <a:p>
            <a:pPr marL="0" indent="0">
              <a:buNone/>
            </a:pPr>
            <a:r>
              <a:rPr lang="en-US" sz="1800" dirty="0"/>
              <a:t>Processing: 3</a:t>
            </a:r>
          </a:p>
          <a:p>
            <a:pPr marL="0" indent="0">
              <a:buNone/>
            </a:pPr>
            <a:r>
              <a:rPr lang="en-US" sz="1800" dirty="0"/>
              <a:t>Current </a:t>
            </a:r>
            <a:r>
              <a:rPr lang="en-US" sz="1800" dirty="0" err="1"/>
              <a:t>predCounts</a:t>
            </a:r>
            <a:r>
              <a:rPr lang="en-US" sz="1800" dirty="0"/>
              <a:t>: [0:0, 1:0, 2:0, 3:0, 4:0, 5:0, 6:0, 7:0, 8:0, 9:0]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Current Queue: [9]</a:t>
            </a:r>
          </a:p>
          <a:p>
            <a:pPr marL="0" indent="0">
              <a:buNone/>
            </a:pPr>
            <a:r>
              <a:rPr lang="en-US" sz="1800" dirty="0"/>
              <a:t>Processing: 9</a:t>
            </a:r>
          </a:p>
          <a:p>
            <a:pPr marL="0" indent="0">
              <a:buNone/>
            </a:pPr>
            <a:r>
              <a:rPr lang="en-US" sz="1800" dirty="0"/>
              <a:t>Current </a:t>
            </a:r>
            <a:r>
              <a:rPr lang="en-US" sz="1800" dirty="0" err="1"/>
              <a:t>predCounts</a:t>
            </a:r>
            <a:r>
              <a:rPr lang="en-US" sz="1800" dirty="0"/>
              <a:t>: [0:0, 1:0, 2:0, 3:0, 4:0, 5:0, 6:0, 7:0, 8:0, 9:0]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Final order: 0, 7, 1, 2, 5, 6, 4, 8, 3, 9</a:t>
            </a:r>
          </a:p>
          <a:p>
            <a:pPr marL="0" indent="0">
              <a:buNone/>
            </a:pPr>
            <a:r>
              <a:rPr lang="en-US" sz="1400" dirty="0"/>
              <a:t>(too big to fit on one page)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51798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10. List the nodes of the graph in a breadth first topological ordering.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1A64A4-9C71-9C22-8E60-75E48468830A}"/>
              </a:ext>
            </a:extLst>
          </p:cNvPr>
          <p:cNvSpPr txBox="1"/>
          <p:nvPr/>
        </p:nvSpPr>
        <p:spPr>
          <a:xfrm>
            <a:off x="0" y="4114800"/>
            <a:ext cx="720581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Start, </a:t>
            </a:r>
          </a:p>
          <a:p>
            <a:r>
              <a:rPr lang="en-US" dirty="0"/>
              <a:t>Discrete Math, Programming 1, </a:t>
            </a:r>
          </a:p>
          <a:p>
            <a:r>
              <a:rPr lang="en-US" dirty="0"/>
              <a:t>Programming 2, Computer Organization, </a:t>
            </a:r>
          </a:p>
          <a:p>
            <a:r>
              <a:rPr lang="en-US" dirty="0"/>
              <a:t>Algorithms, High-Level Languages, Operating Systems, </a:t>
            </a:r>
          </a:p>
          <a:p>
            <a:r>
              <a:rPr lang="en-US" dirty="0"/>
              <a:t>Theory Of Computation, Compilers, </a:t>
            </a:r>
          </a:p>
          <a:p>
            <a:r>
              <a:rPr lang="en-US" dirty="0"/>
              <a:t>Senior Seminar, 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(it wouldn’t fit on one line so it’s broken into pieces)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7488E5-E926-FE25-5C95-47841F7AD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7827"/>
            <a:ext cx="6858000" cy="308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4621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1372</Words>
  <Application>Microsoft Office PowerPoint</Application>
  <PresentationFormat>On-screen Show (4:3)</PresentationFormat>
  <Paragraphs>192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Times New Roman</vt:lpstr>
      <vt:lpstr>Default Design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yoni rubin</cp:lastModifiedBy>
  <cp:revision>36</cp:revision>
  <cp:lastPrinted>2018-11-12T14:09:18Z</cp:lastPrinted>
  <dcterms:created xsi:type="dcterms:W3CDTF">2003-11-20T06:12:01Z</dcterms:created>
  <dcterms:modified xsi:type="dcterms:W3CDTF">2026-04-26T04:21:58Z</dcterms:modified>
</cp:coreProperties>
</file>