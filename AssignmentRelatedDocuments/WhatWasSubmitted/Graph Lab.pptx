
<file path=[Content_Types].xml><?xml version="1.0" encoding="utf-8"?>
<Types xmlns="http://schemas.openxmlformats.org/package/2006/content-types">
  <Default Extension="doc" ContentType="application/msword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</p:sldIdLst>
  <p:sldSz cx="6858000" cy="9144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660"/>
  </p:normalViewPr>
  <p:slideViewPr>
    <p:cSldViewPr>
      <p:cViewPr varScale="1">
        <p:scale>
          <a:sx n="83" d="100"/>
          <a:sy n="83" d="100"/>
        </p:scale>
        <p:origin x="196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25A82B-2CCF-464E-91C1-C2331CDBA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E3288B-9524-4753-B7CB-1A7EABF3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1CDB50-91A3-46F3-89B9-1625B4AD1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70BB-8141-42C8-8C99-8154A0B6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52CC2-7A15-453A-8A90-1F38E659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F9D89-D6A0-44FB-B1F4-25AA5E7B14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E09AB-3569-46C7-970E-7400B31AE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8D6E-CE00-4CFF-97B8-35784329E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2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A8AC3-8641-4349-901B-71EBF912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D7D54-C431-45F7-A332-5F0286C9B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FC0BE-BDCC-4B7C-9C5B-908B58162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FCEB6-4B09-47DD-9333-5A2E73C4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55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D5431-C216-478F-AD06-B324F4216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BD0F-AEFB-4A07-A2F0-D4229A319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E720-1A03-4226-9F7D-49154454F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7FEC9-1941-4731-991F-A7E988AAB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22A30-726A-4684-899A-C9BAAEFAA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954E49-D61A-48C7-B3E1-87D24A550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D96845-8722-40D1-B7B6-19DA62CC0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5AFD-52C1-4DA4-AA98-B08678FB7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8C6C15-FD56-4ABA-AB12-BAA70ACDF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50E1FB-2178-4660-859C-59A4AD373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A6322A-92C9-446C-930A-0698A19F9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749A5-D26B-4DD9-88B7-4BB0D71C6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6BD151-6E80-4919-A6C6-E85E8962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DE622F-11F0-46C9-85F2-95727BDB7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8D21C-6B11-469E-BF8F-83948469C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76B22-A5F5-4030-927E-C4CA6A17B4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731B5-3765-429E-872A-866863212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7C996-8DF7-4E2F-AF23-8DAE146FF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5721-1FB1-4FD2-A3E1-47714872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26379-5844-4A64-9BA4-F7716D322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64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575CE-128F-476E-9884-744818038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A3289-721A-48D4-BD33-CB44F1457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35AD-6A4E-4742-A5EC-70E337C6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0698-8585-408D-A50A-82C6BAF88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4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E756A-6CC2-49FD-B2C6-94BBA2E28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7474D1-7536-4F1B-9CB0-D3EB9F13FE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34539-C415-4FB2-BCF4-AA9959083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5850-7A6B-4577-8E5E-4628090CA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7C570-8D38-46A4-A221-68C08F275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E6BD3-ADB3-4002-8C56-DD9C0767C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F287D-3029-4F09-A12C-3077245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E627-F7F6-4910-8AF8-EDFD7EF37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C1576A-CAC6-4108-AC52-7CAE92E89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FCB32-D8F0-40DD-8DDD-4FE31F5DE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817BB7-B3C8-41CB-87F5-8A89D275B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05F237-D2AD-46AB-9089-261059316D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19BE72-D15C-4880-BADE-7EDEFB1FE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07ACE82-7722-4325-9638-353FC5DF3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Microsoft_Word_97_-_2003_Document.doc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FC2EDEB-CD6D-479E-AC2A-6579F6E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639646"/>
              </p:ext>
            </p:extLst>
          </p:nvPr>
        </p:nvGraphicFramePr>
        <p:xfrm>
          <a:off x="533400" y="5103813"/>
          <a:ext cx="5422900" cy="244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3860" imgH="2476746" progId="Word.Document.8">
                  <p:embed/>
                </p:oleObj>
              </mc:Choice>
              <mc:Fallback>
                <p:oleObj name="Document" r:id="rId2" imgW="5483860" imgH="247674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03813"/>
                        <a:ext cx="5422900" cy="244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3">
            <a:extLst>
              <a:ext uri="{FF2B5EF4-FFF2-40B4-BE49-F238E27FC236}">
                <a16:creationId xmlns:a16="http://schemas.microsoft.com/office/drawing/2014/main" id="{6F9A29ED-552A-4B04-9BFF-78324234E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CMSC204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Kartchner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CD9F0903-62EA-42BD-8AD2-C0B50A70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277035"/>
            <a:ext cx="62912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V(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{Oregon, Alaska, Texas, Hawaii, Vermont, </a:t>
            </a:r>
            <a:r>
              <a:rPr lang="en-US" altLang="en-US" sz="1200" dirty="0" err="1"/>
              <a:t>NewYork</a:t>
            </a:r>
            <a:r>
              <a:rPr lang="en-US" altLang="en-US" sz="1200" dirty="0"/>
              <a:t>, California}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E(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{(Alaska, Oregon), (Hawaii, Alaska), (Hawaii, Texas), (Texas, Hawaii), (Hawaii, 	California), (Hawaii, New York), (Texas, Vermont), (Vermont, California), (Vermont, Alaska)}</a:t>
            </a:r>
          </a:p>
        </p:txBody>
      </p:sp>
      <p:sp>
        <p:nvSpPr>
          <p:cNvPr id="2055" name="Rectangle 8">
            <a:extLst>
              <a:ext uri="{FF2B5EF4-FFF2-40B4-BE49-F238E27FC236}">
                <a16:creationId xmlns:a16="http://schemas.microsoft.com/office/drawing/2014/main" id="{23AE5A62-58FC-45BC-8E66-2A3E942B3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29000"/>
            <a:ext cx="5791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6" name="Text Box 9">
            <a:extLst>
              <a:ext uri="{FF2B5EF4-FFF2-40B4-BE49-F238E27FC236}">
                <a16:creationId xmlns:a16="http://schemas.microsoft.com/office/drawing/2014/main" id="{DF9A9F0D-E17B-4441-A5AB-ABE3472E3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246313"/>
            <a:ext cx="1663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1.  Draw the StateGraph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129A688-1F3C-4C9F-9AC5-19802C32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3.   b.   Show the adjacency lists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           that would describe the edges in the graph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F1D4401-FBEF-43F9-BEE5-1B122142E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019800"/>
            <a:ext cx="12954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3641C4-B2C2-437B-AAA3-9677860519ED}"/>
              </a:ext>
            </a:extLst>
          </p:cNvPr>
          <p:cNvGrpSpPr/>
          <p:nvPr/>
        </p:nvGrpSpPr>
        <p:grpSpPr>
          <a:xfrm>
            <a:off x="914400" y="1447800"/>
            <a:ext cx="5486400" cy="2590800"/>
            <a:chOff x="381000" y="6248400"/>
            <a:chExt cx="5486400" cy="2590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50515A3-7AEC-4F11-96B7-7933E596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6553200"/>
              <a:ext cx="11430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AC614A04-AAA4-4C45-9079-2C377ECCE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477000"/>
              <a:ext cx="3962400" cy="2362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CC31319-0CFB-4318-B56D-38F79543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6248400"/>
              <a:ext cx="5492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States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B944C5-4159-45AC-A452-4E3D1B0B311C}"/>
              </a:ext>
            </a:extLst>
          </p:cNvPr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tabLst>
                <a:tab pos="228600" algn="l"/>
              </a:tabLst>
            </a:pPr>
            <a:r>
              <a:rPr lang="en-US" sz="1200" dirty="0">
                <a:ea typeface="Times New Roman" panose="02020603050405020304" pitchFamily="18" charset="0"/>
              </a:rPr>
              <a:t>a.  Show the adjacency matrix that would describe the edges in the graph. Store the vertices in alphabetical order</a:t>
            </a:r>
            <a:endParaRPr lang="en-US" sz="1000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977FDE-32EA-465E-AADB-9C989EE1C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3910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44F9C34-5703-4C24-9E52-5CCFFBD6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3" y="2895600"/>
            <a:ext cx="5704254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a.    Which of the following lists the graph nodes in depth first order beginning with E?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	E, G, F, C, D, B,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	G, A, E, C, B, F, 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	E, G, A, D, F, C,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	E, C, F, B, A, D, G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When there is a choice between options, I do alphabetical order,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but that leads to none of the options, so I’ll do reverse alphabetical order to get option A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ANSWER: A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5A182C-00FA-4567-8FE6-CAFB6DBC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876206"/>
            <a:ext cx="57150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b.    Which of the following lists the graph nodes in breadth first order beginning at F?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  F, C, D, A, B, E,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  F, D, C, A, B, C, 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  F, C, D, B, G, A, 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  a, b, and c are all breadth first traversals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Alphabetical order gets option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Reverse alphabetical order gets FDCAEBG which isn’t an option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Option B cannot be correct since it repeats vertices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284533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9_633b">
            <a:extLst>
              <a:ext uri="{FF2B5EF4-FFF2-40B4-BE49-F238E27FC236}">
                <a16:creationId xmlns:a16="http://schemas.microsoft.com/office/drawing/2014/main" id="{31561808-D3EA-42DE-AACF-7FE716DB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4648200" cy="2855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Text Box 5">
            <a:extLst>
              <a:ext uri="{FF2B5EF4-FFF2-40B4-BE49-F238E27FC236}">
                <a16:creationId xmlns:a16="http://schemas.microsoft.com/office/drawing/2014/main" id="{6A9A4ED3-BE14-4EA7-88B6-70C20075B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39785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28600" indent="-228600">
              <a:spcBef>
                <a:spcPct val="0"/>
              </a:spcBef>
              <a:buFontTx/>
              <a:buAutoNum type="arabicPeriod" startAt="5"/>
            </a:pPr>
            <a:r>
              <a:rPr lang="en-US" altLang="en-US" sz="1200" dirty="0"/>
              <a:t>Find the shortest </a:t>
            </a:r>
            <a:r>
              <a:rPr lang="en-US" altLang="en-US" sz="1200" u="sng" dirty="0"/>
              <a:t>distance</a:t>
            </a:r>
            <a:r>
              <a:rPr lang="en-US" altLang="en-US" sz="1200" dirty="0"/>
              <a:t> from Atlanta to every other city</a:t>
            </a:r>
          </a:p>
          <a:p>
            <a:pPr marL="228600" indent="-228600">
              <a:spcBef>
                <a:spcPct val="0"/>
              </a:spcBef>
              <a:buFontTx/>
              <a:buAutoNum type="arabicPeriod" startAt="5"/>
            </a:pPr>
            <a:endParaRPr lang="en-US" altLang="en-US" sz="1200" dirty="0"/>
          </a:p>
          <a:p>
            <a:pPr>
              <a:spcBef>
                <a:spcPct val="0"/>
              </a:spcBef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173F8752-B146-46CD-B46E-CFF49491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6.  Find the minimal spanning tree using Prim’s algorithm.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0 as the source vertex .  Show the steps.</a:t>
            </a:r>
          </a:p>
        </p:txBody>
      </p:sp>
      <p:pic>
        <p:nvPicPr>
          <p:cNvPr id="2051" name="Picture 5">
            <a:extLst>
              <a:ext uri="{FF2B5EF4-FFF2-40B4-BE49-F238E27FC236}">
                <a16:creationId xmlns:a16="http://schemas.microsoft.com/office/drawing/2014/main" id="{46AC5A2B-1B00-4434-8F50-20AAD41C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E27E15-F937-E0BF-2194-0CEB3BB18E34}"/>
              </a:ext>
            </a:extLst>
          </p:cNvPr>
          <p:cNvSpPr txBox="1"/>
          <p:nvPr/>
        </p:nvSpPr>
        <p:spPr>
          <a:xfrm>
            <a:off x="609600" y="4114800"/>
            <a:ext cx="21595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0, 2, 5, 1, 4, 3</a:t>
            </a:r>
          </a:p>
          <a:p>
            <a:r>
              <a:rPr lang="en-US" dirty="0"/>
              <a:t>0</a:t>
            </a:r>
            <a:r>
              <a:rPr lang="en-US" dirty="0">
                <a:sym typeface="Wingdings" panose="05000000000000000000" pitchFamily="2" charset="2"/>
              </a:rPr>
              <a:t>2513</a:t>
            </a:r>
          </a:p>
          <a:p>
            <a:r>
              <a:rPr lang="en-US" dirty="0">
                <a:sym typeface="Wingdings" panose="05000000000000000000" pitchFamily="2" charset="2"/>
              </a:rPr>
              <a:t>54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00A92C8E-6175-4482-94F6-9AEE58F1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800" dirty="0"/>
              <a:t>7.  Find the minimal spanning tree using Kruskal’s algorithm.</a:t>
            </a:r>
          </a:p>
          <a:p>
            <a:pPr eaLnBrk="1" hangingPunct="1">
              <a:defRPr/>
            </a:pPr>
            <a:r>
              <a:rPr lang="en-US" sz="1800" dirty="0"/>
              <a:t>Show the weights in order and the steps.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E71DD7EA-C580-43B3-BC05-FA24AC85E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800600"/>
            <a:ext cx="257175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5A054E60-1451-4BFE-A023-A4DF0B7F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2228850" cy="2171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7" name="Rectangle 6">
            <a:extLst>
              <a:ext uri="{FF2B5EF4-FFF2-40B4-BE49-F238E27FC236}">
                <a16:creationId xmlns:a16="http://schemas.microsoft.com/office/drawing/2014/main" id="{D4108B9B-143E-4D5F-B2C5-7B979A64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2743200"/>
            <a:ext cx="2114550" cy="2000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8" name="Rectangle 7">
            <a:extLst>
              <a:ext uri="{FF2B5EF4-FFF2-40B4-BE49-F238E27FC236}">
                <a16:creationId xmlns:a16="http://schemas.microsoft.com/office/drawing/2014/main" id="{2C2C5CBD-8904-410A-901D-4499337BD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572000"/>
            <a:ext cx="24003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9" name="Rectangle 8">
            <a:extLst>
              <a:ext uri="{FF2B5EF4-FFF2-40B4-BE49-F238E27FC236}">
                <a16:creationId xmlns:a16="http://schemas.microsoft.com/office/drawing/2014/main" id="{4FDBE91F-B50C-4798-9349-2A662252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2743200"/>
            <a:ext cx="2343150" cy="171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080" name="Picture 5">
            <a:extLst>
              <a:ext uri="{FF2B5EF4-FFF2-40B4-BE49-F238E27FC236}">
                <a16:creationId xmlns:a16="http://schemas.microsoft.com/office/drawing/2014/main" id="{C44D3F9C-B06C-4D17-8564-DC283D6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08">
            <a:extLst>
              <a:ext uri="{FF2B5EF4-FFF2-40B4-BE49-F238E27FC236}">
                <a16:creationId xmlns:a16="http://schemas.microsoft.com/office/drawing/2014/main" id="{8C139698-8935-4237-9D08-07DB6B3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5715000" cy="356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8D0E32BB-9F2D-4736-AA1F-A3FD6F87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552273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8.  Find the minimal spanning tree using the algorithm you prefer.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Minneapolis/St. Paul as the source vertex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94F80-3CC1-0071-8D65-C78EA83447DB}"/>
              </a:ext>
            </a:extLst>
          </p:cNvPr>
          <p:cNvSpPr txBox="1"/>
          <p:nvPr/>
        </p:nvSpPr>
        <p:spPr>
          <a:xfrm>
            <a:off x="1066800" y="6324600"/>
            <a:ext cx="1596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PRIM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80443669-B4DB-4504-ACF5-BCC23313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613821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9. List the nodes of the graph in a breadth first topological ordering.  Show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     steps using arrays predCount, topologicalOrder and a queue</a:t>
            </a:r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C6B0D4E7-088E-4AFF-8702-57CBB2E7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800"/>
            <a:ext cx="257175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FEBF-6A63-4870-9BDF-00EB301F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3962400" cy="24924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08">
            <a:extLst>
              <a:ext uri="{FF2B5EF4-FFF2-40B4-BE49-F238E27FC236}">
                <a16:creationId xmlns:a16="http://schemas.microsoft.com/office/drawing/2014/main" id="{9FE784F9-D9A7-4F7B-AD49-6C3E9EEF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5715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5">
            <a:extLst>
              <a:ext uri="{FF2B5EF4-FFF2-40B4-BE49-F238E27FC236}">
                <a16:creationId xmlns:a16="http://schemas.microsoft.com/office/drawing/2014/main" id="{FF2496EF-C9B8-49EF-A543-7502752A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54168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10. List the nodes of the graph in a breadth first topological ordering.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494</Words>
  <Application>Microsoft Office PowerPoint</Application>
  <PresentationFormat>On-screen Show (4:3)</PresentationFormat>
  <Paragraphs>46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Times New Roman</vt:lpstr>
      <vt:lpstr>Wingdings</vt:lpstr>
      <vt:lpstr>Default Design</vt:lpstr>
      <vt:lpstr>Microsoft Word 97 - 2003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yoni rubin</cp:lastModifiedBy>
  <cp:revision>20</cp:revision>
  <cp:lastPrinted>2018-11-12T14:09:18Z</cp:lastPrinted>
  <dcterms:created xsi:type="dcterms:W3CDTF">2003-11-20T06:12:01Z</dcterms:created>
  <dcterms:modified xsi:type="dcterms:W3CDTF">2026-04-23T00:13:21Z</dcterms:modified>
</cp:coreProperties>
</file>